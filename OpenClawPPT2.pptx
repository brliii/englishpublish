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12"/>
  </p:notesMasterIdLst>
  <p:sldIdLst>
    <p:sldId id="278" r:id="rId4"/>
    <p:sldId id="279" r:id="rId5"/>
    <p:sldId id="312" r:id="rId6"/>
    <p:sldId id="309" r:id="rId7"/>
    <p:sldId id="313" r:id="rId8"/>
    <p:sldId id="314" r:id="rId9"/>
    <p:sldId id="315" r:id="rId10"/>
    <p:sldId id="283" r:id="rId11"/>
    <p:sldId id="318" r:id="rId13"/>
    <p:sldId id="280" r:id="rId14"/>
    <p:sldId id="282" r:id="rId15"/>
    <p:sldId id="281" r:id="rId16"/>
    <p:sldId id="284" r:id="rId17"/>
    <p:sldId id="285" r:id="rId18"/>
    <p:sldId id="310" r:id="rId19"/>
    <p:sldId id="311" r:id="rId20"/>
  </p:sldIdLst>
  <p:sldSz cx="12192000" cy="6858000"/>
  <p:notesSz cx="6858000" cy="9144000"/>
  <p:defaultTextStyle>
    <a:defPPr>
      <a:defRPr lang="zh-CN"/>
    </a:defPPr>
    <a:lvl1pPr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等线" panose="02010600030101010101" pitchFamily="2" charset="-122"/>
        <a:ea typeface="等线" panose="02010600030101010101" pitchFamily="2" charset="-122"/>
        <a:cs typeface="+mn-cs"/>
      </a:defRPr>
    </a:lvl5pPr>
    <a:lvl6pPr marL="22860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6pPr>
    <a:lvl7pPr marL="27432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7pPr>
    <a:lvl8pPr marL="32004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8pPr>
    <a:lvl9pPr marL="3657600" algn="l" defTabSz="914400" rtl="0" eaLnBrk="1" latinLnBrk="0" hangingPunct="1">
      <a:defRPr kern="1200">
        <a:solidFill>
          <a:schemeClr val="tx1"/>
        </a:solidFill>
        <a:latin typeface="等线" panose="02010600030101010101" pitchFamily="2" charset="-122"/>
        <a:ea typeface="等线" panose="02010600030101010101" pitchFamily="2" charset="-122"/>
        <a:cs typeface="+mn-cs"/>
      </a:defRPr>
    </a:lvl9pPr>
  </p:defaultTextStyle>
  <p:extLst>
    <p:ext uri="{EFAFB233-063F-42B5-8137-9DF3F51BA10A}">
      <p15:sldGuideLst xmlns:p15="http://schemas.microsoft.com/office/powerpoint/2012/main">
        <p15:guide id="1" orient="horz" pos="1605" userDrawn="1">
          <p15:clr>
            <a:srgbClr val="A4A3A4"/>
          </p15:clr>
        </p15:guide>
        <p15:guide id="2" pos="3839" userDrawn="1">
          <p15:clr>
            <a:srgbClr val="A4A3A4"/>
          </p15:clr>
        </p15:guide>
        <p15:guide id="3" pos="483" userDrawn="1">
          <p15:clr>
            <a:srgbClr val="A4A3A4"/>
          </p15:clr>
        </p15:guide>
        <p15:guide id="4" pos="7209" userDrawn="1">
          <p15:clr>
            <a:srgbClr val="A4A3A4"/>
          </p15:clr>
        </p15:guide>
        <p15:guide id="5" orient="horz" pos="632" userDrawn="1">
          <p15:clr>
            <a:srgbClr val="A4A3A4"/>
          </p15:clr>
        </p15:guide>
        <p15:guide id="6" orient="horz" pos="21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96" autoAdjust="0"/>
    <p:restoredTop sz="96021" autoAdjust="0"/>
  </p:normalViewPr>
  <p:slideViewPr>
    <p:cSldViewPr snapToGrid="0" showGuides="1">
      <p:cViewPr varScale="1">
        <p:scale>
          <a:sx n="92" d="100"/>
          <a:sy n="92" d="100"/>
        </p:scale>
        <p:origin x="108" y="360"/>
      </p:cViewPr>
      <p:guideLst>
        <p:guide orient="horz" pos="1605"/>
        <p:guide pos="3839"/>
        <p:guide pos="483"/>
        <p:guide pos="7209"/>
        <p:guide orient="horz" pos="632"/>
        <p:guide orient="horz" pos="2180"/>
      </p:guideLst>
    </p:cSldViewPr>
  </p:slideViewPr>
  <p:notesTextViewPr>
    <p:cViewPr>
      <p:scale>
        <a:sx n="20" d="100"/>
        <a:sy n="20" d="100"/>
      </p:scale>
      <p:origin x="0" y="0"/>
    </p:cViewPr>
  </p:notesTextViewPr>
  <p:sorterViewPr>
    <p:cViewPr>
      <p:scale>
        <a:sx n="58" d="100"/>
        <a:sy n="58"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notesMaster" Target="notesMasters/notesMaster1.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98CEF-A26C-4844-B93E-93C1BE31063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C2FE5-AA2B-4DAF-8CDF-8649EDA795F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51PPT</a:t>
            </a:r>
            <a:r>
              <a:rPr lang="zh-CN" altLang="en-US" dirty="0"/>
              <a:t>模板网   </a:t>
            </a:r>
            <a:r>
              <a:rPr lang="en-US" altLang="zh-CN" dirty="0"/>
              <a:t>www.51pptmoban.com</a:t>
            </a:r>
            <a:endParaRPr lang="zh-CN" altLang="en-US" dirty="0"/>
          </a:p>
        </p:txBody>
      </p:sp>
      <p:sp>
        <p:nvSpPr>
          <p:cNvPr id="4" name="灯片编号占位符 3"/>
          <p:cNvSpPr>
            <a:spLocks noGrp="1"/>
          </p:cNvSpPr>
          <p:nvPr>
            <p:ph type="sldNum" sz="quarter" idx="5"/>
          </p:nvPr>
        </p:nvSpPr>
        <p:spPr/>
        <p:txBody>
          <a:bodyPr/>
          <a:lstStyle/>
          <a:p>
            <a:fld id="{DFDC2FE5-AA2B-4DAF-8CDF-8649EDA795F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1A64DF7-6E80-483A-94A8-0190A9EEA5DA}"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C53180F5-3056-46FE-9591-F16585B55B49}"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1PPT模板网   www.51pptmoban.com">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C7FC10FA-1366-4714-9D25-ED1EB728A814}" type="datetimeFigureOut">
              <a:rPr lang="zh-CN" altLang="en-US" smtClean="0"/>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F2EB2741-F98E-4348-A012-01E64D610787}"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1A64DF7-6E80-483A-94A8-0190A9EEA5DA}"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C53180F5-3056-46FE-9591-F16585B55B49}"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1PPT模板网   www.51pptmoban.com">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pPr>
              <a:defRPr/>
            </a:pPr>
            <a:fld id="{C7FC10FA-1366-4714-9D25-ED1EB728A814}" type="datetimeFigureOut">
              <a:rPr lang="zh-CN" altLang="en-US" smtClean="0"/>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F2EB2741-F98E-4348-A012-01E64D61078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image" Target="../media/image1.jpeg"/><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组合 1"/>
          <p:cNvGrpSpPr/>
          <p:nvPr userDrawn="1"/>
        </p:nvGrpSpPr>
        <p:grpSpPr>
          <a:xfrm>
            <a:off x="0" y="-1"/>
            <a:ext cx="12192000" cy="6858001"/>
            <a:chOff x="0" y="-1"/>
            <a:chExt cx="12192000" cy="6858001"/>
          </a:xfrm>
        </p:grpSpPr>
        <p:pic>
          <p:nvPicPr>
            <p:cNvPr id="3" name="图片 2" descr="建筑与房屋的城市空拍图&#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7" name="矩形 6"/>
            <p:cNvSpPr/>
            <p:nvPr/>
          </p:nvSpPr>
          <p:spPr>
            <a:xfrm>
              <a:off x="0" y="0"/>
              <a:ext cx="12192000" cy="6858000"/>
            </a:xfrm>
            <a:prstGeom prst="rect">
              <a:avLst/>
            </a:prstGeom>
            <a:solidFill>
              <a:srgbClr val="FFFFFF">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26" name="标题占位符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mn-ea"/>
              </a:defRPr>
            </a:lvl1pPr>
          </a:lstStyle>
          <a:p>
            <a:pPr>
              <a:defRPr/>
            </a:pPr>
            <a:fld id="{C7FC10FA-1366-4714-9D25-ED1EB728A814}" type="datetimeFigureOut">
              <a:rPr lang="zh-CN" altLang="en-US"/>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ea typeface="+mn-ea"/>
              </a:defRPr>
            </a:lvl1pPr>
          </a:lstStyle>
          <a:p>
            <a:pPr>
              <a:defRPr/>
            </a:pPr>
            <a:fld id="{F2EB2741-F98E-4348-A012-01E64D610787}"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组合 1"/>
          <p:cNvGrpSpPr/>
          <p:nvPr userDrawn="1"/>
        </p:nvGrpSpPr>
        <p:grpSpPr>
          <a:xfrm>
            <a:off x="0" y="-1"/>
            <a:ext cx="12192000" cy="6858001"/>
            <a:chOff x="0" y="-1"/>
            <a:chExt cx="12192000" cy="6858001"/>
          </a:xfrm>
        </p:grpSpPr>
        <p:pic>
          <p:nvPicPr>
            <p:cNvPr id="3" name="图片 2" descr="建筑与房屋的城市空拍图&#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7" name="矩形 6"/>
            <p:cNvSpPr/>
            <p:nvPr/>
          </p:nvSpPr>
          <p:spPr>
            <a:xfrm>
              <a:off x="0" y="0"/>
              <a:ext cx="12192000" cy="6858000"/>
            </a:xfrm>
            <a:prstGeom prst="rect">
              <a:avLst/>
            </a:prstGeom>
            <a:solidFill>
              <a:srgbClr val="FFFFFF">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grpSp>
      <p:sp>
        <p:nvSpPr>
          <p:cNvPr id="1026" name="标题占位符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mn-ea"/>
              </a:defRPr>
            </a:lvl1pPr>
          </a:lstStyle>
          <a:p>
            <a:pPr>
              <a:defRPr/>
            </a:pPr>
            <a:fld id="{C7FC10FA-1366-4714-9D25-ED1EB728A814}" type="datetimeFigureOut">
              <a:rPr lang="zh-CN" altLang="en-US"/>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ea typeface="+mn-ea"/>
              </a:defRPr>
            </a:lvl1pPr>
          </a:lstStyle>
          <a:p>
            <a:pPr>
              <a:defRPr/>
            </a:pPr>
            <a:fld id="{F2EB2741-F98E-4348-A012-01E64D610787}"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3" Type="http://schemas.openxmlformats.org/officeDocument/2006/relationships/slideLayout" Target="../slideLayouts/slideLayout3.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0" Type="http://schemas.openxmlformats.org/officeDocument/2006/relationships/notesSlide" Target="../notesSlides/notesSlide1.xml"/><Relationship Id="rId2" Type="http://schemas.openxmlformats.org/officeDocument/2006/relationships/tags" Target="../tags/tag15.xml"/><Relationship Id="rId19" Type="http://schemas.openxmlformats.org/officeDocument/2006/relationships/slideLayout" Target="../slideLayouts/slideLayout1.xml"/><Relationship Id="rId18" Type="http://schemas.openxmlformats.org/officeDocument/2006/relationships/tags" Target="../tags/tag31.xml"/><Relationship Id="rId17" Type="http://schemas.openxmlformats.org/officeDocument/2006/relationships/tags" Target="../tags/tag30.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hyperlink" Target="http://www.51pptmoban.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flipH="1">
            <a:off x="0" y="3537673"/>
            <a:ext cx="3030933" cy="3320327"/>
          </a:xfrm>
          <a:custGeom>
            <a:avLst/>
            <a:gdLst>
              <a:gd name="connsiteX0" fmla="*/ 3030933 w 3030933"/>
              <a:gd name="connsiteY0" fmla="*/ 0 h 3320327"/>
              <a:gd name="connsiteX1" fmla="*/ 3030933 w 3030933"/>
              <a:gd name="connsiteY1" fmla="*/ 1315475 h 3320327"/>
              <a:gd name="connsiteX2" fmla="*/ 2861061 w 3030933"/>
              <a:gd name="connsiteY2" fmla="*/ 1341401 h 3320327"/>
              <a:gd name="connsiteX3" fmla="*/ 1310294 w 3030933"/>
              <a:gd name="connsiteY3" fmla="*/ 3244127 h 3320327"/>
              <a:gd name="connsiteX4" fmla="*/ 1314142 w 3030933"/>
              <a:gd name="connsiteY4" fmla="*/ 3320327 h 3320327"/>
              <a:gd name="connsiteX5" fmla="*/ 3848 w 3030933"/>
              <a:gd name="connsiteY5" fmla="*/ 3320327 h 3320327"/>
              <a:gd name="connsiteX6" fmla="*/ 0 w 3030933"/>
              <a:gd name="connsiteY6" fmla="*/ 3244127 h 3320327"/>
              <a:gd name="connsiteX7" fmla="*/ 2919932 w 3030933"/>
              <a:gd name="connsiteY7" fmla="*/ 8440 h 3320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0933" h="3320327">
                <a:moveTo>
                  <a:pt x="3030933" y="0"/>
                </a:moveTo>
                <a:lnTo>
                  <a:pt x="3030933" y="1315475"/>
                </a:lnTo>
                <a:lnTo>
                  <a:pt x="2861061" y="1341401"/>
                </a:lnTo>
                <a:cubicBezTo>
                  <a:pt x="1976040" y="1522502"/>
                  <a:pt x="1310294" y="2305568"/>
                  <a:pt x="1310294" y="3244127"/>
                </a:cubicBezTo>
                <a:lnTo>
                  <a:pt x="1314142" y="3320327"/>
                </a:lnTo>
                <a:lnTo>
                  <a:pt x="3848" y="3320327"/>
                </a:lnTo>
                <a:lnTo>
                  <a:pt x="0" y="3244127"/>
                </a:lnTo>
                <a:cubicBezTo>
                  <a:pt x="0" y="1560101"/>
                  <a:pt x="1279849" y="175000"/>
                  <a:pt x="2919932" y="844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sz="1600">
              <a:solidFill>
                <a:schemeClr val="bg1"/>
              </a:solidFill>
              <a:latin typeface="+mj-ea"/>
              <a:ea typeface="+mj-ea"/>
            </a:endParaRPr>
          </a:p>
        </p:txBody>
      </p:sp>
      <p:sp>
        <p:nvSpPr>
          <p:cNvPr id="3" name="任意多边形: 形状 2"/>
          <p:cNvSpPr/>
          <p:nvPr/>
        </p:nvSpPr>
        <p:spPr>
          <a:xfrm flipH="1">
            <a:off x="10482279" y="0"/>
            <a:ext cx="1709721" cy="1542092"/>
          </a:xfrm>
          <a:custGeom>
            <a:avLst/>
            <a:gdLst>
              <a:gd name="connsiteX0" fmla="*/ 0 w 1709721"/>
              <a:gd name="connsiteY0" fmla="*/ 0 h 1542092"/>
              <a:gd name="connsiteX1" fmla="*/ 1709721 w 1709721"/>
              <a:gd name="connsiteY1" fmla="*/ 0 h 1542092"/>
              <a:gd name="connsiteX2" fmla="*/ 1683816 w 1709721"/>
              <a:gd name="connsiteY2" fmla="*/ 169743 h 1542092"/>
              <a:gd name="connsiteX3" fmla="*/ 0 w 1709721"/>
              <a:gd name="connsiteY3" fmla="*/ 1542092 h 1542092"/>
            </a:gdLst>
            <a:ahLst/>
            <a:cxnLst>
              <a:cxn ang="0">
                <a:pos x="connsiteX0" y="connsiteY0"/>
              </a:cxn>
              <a:cxn ang="0">
                <a:pos x="connsiteX1" y="connsiteY1"/>
              </a:cxn>
              <a:cxn ang="0">
                <a:pos x="connsiteX2" y="connsiteY2"/>
              </a:cxn>
              <a:cxn ang="0">
                <a:pos x="connsiteX3" y="connsiteY3"/>
              </a:cxn>
            </a:cxnLst>
            <a:rect l="l" t="t" r="r" b="b"/>
            <a:pathLst>
              <a:path w="1709721" h="1542092">
                <a:moveTo>
                  <a:pt x="0" y="0"/>
                </a:moveTo>
                <a:lnTo>
                  <a:pt x="1709721" y="0"/>
                </a:lnTo>
                <a:lnTo>
                  <a:pt x="1683816" y="169743"/>
                </a:lnTo>
                <a:cubicBezTo>
                  <a:pt x="1523550" y="952941"/>
                  <a:pt x="830577" y="1542092"/>
                  <a:pt x="0" y="15420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sz="1600">
              <a:solidFill>
                <a:schemeClr val="bg1"/>
              </a:solidFill>
              <a:latin typeface="+mj-ea"/>
              <a:ea typeface="+mj-ea"/>
            </a:endParaRPr>
          </a:p>
        </p:txBody>
      </p:sp>
      <p:sp>
        <p:nvSpPr>
          <p:cNvPr id="6" name="文本框 5"/>
          <p:cNvSpPr txBox="1"/>
          <p:nvPr/>
        </p:nvSpPr>
        <p:spPr>
          <a:xfrm>
            <a:off x="588732" y="1972858"/>
            <a:ext cx="8181340" cy="156845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800" b="1">
                <a:sym typeface="+mn-ea"/>
              </a:rPr>
              <a:t>The Rise of the </a:t>
            </a:r>
            <a:r>
              <a:rPr lang="en-US" altLang="zh-CN" sz="4800" b="1">
                <a:solidFill>
                  <a:schemeClr val="tx1"/>
                </a:solidFill>
                <a:sym typeface="+mn-ea"/>
              </a:rPr>
              <a:t>Agentic AI</a:t>
            </a:r>
            <a:r>
              <a:rPr lang="en-US" altLang="zh-CN" sz="4800" b="1">
                <a:sym typeface="+mn-ea"/>
              </a:rPr>
              <a:t> </a:t>
            </a:r>
            <a:r>
              <a:rPr lang="en-US" altLang="zh-CN" sz="4800" b="1">
                <a:solidFill>
                  <a:srgbClr val="FF0000"/>
                </a:solidFill>
                <a:sym typeface="+mn-ea"/>
              </a:rPr>
              <a:t>&amp; </a:t>
            </a:r>
            <a:endParaRPr lang="en-US" altLang="zh-CN" sz="4800" b="1">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4800" b="1">
                <a:solidFill>
                  <a:schemeClr val="tx1"/>
                </a:solidFill>
                <a:sym typeface="+mn-ea"/>
              </a:rPr>
              <a:t>The "Lobster" Revolution</a:t>
            </a:r>
            <a:endParaRPr kumimoji="0" lang="en-US" altLang="zh-CN" sz="4800" b="1" i="0" u="none" strike="noStrike" kern="1200" cap="none" spc="0" normalizeH="0" baseline="0" noProof="0" dirty="0">
              <a:ln>
                <a:noFill/>
              </a:ln>
              <a:solidFill>
                <a:schemeClr val="tx1"/>
              </a:solidFill>
              <a:effectLst/>
              <a:uLnTx/>
              <a:uFillTx/>
              <a:latin typeface="+mj-ea"/>
              <a:ea typeface="+mj-ea"/>
              <a:cs typeface="阿里巴巴普惠体 B" panose="00020600040101010101" pitchFamily="18" charset="-122"/>
              <a:sym typeface="+mn-ea"/>
            </a:endParaRPr>
          </a:p>
        </p:txBody>
      </p:sp>
      <p:grpSp>
        <p:nvGrpSpPr>
          <p:cNvPr id="8" name="组合 7"/>
          <p:cNvGrpSpPr/>
          <p:nvPr/>
        </p:nvGrpSpPr>
        <p:grpSpPr>
          <a:xfrm>
            <a:off x="6003290" y="5477510"/>
            <a:ext cx="6137275" cy="1247140"/>
            <a:chOff x="3030615" y="4908119"/>
            <a:chExt cx="6618457" cy="1515244"/>
          </a:xfrm>
        </p:grpSpPr>
        <p:sp>
          <p:nvSpPr>
            <p:cNvPr id="4" name="矩形: 圆角 3"/>
            <p:cNvSpPr/>
            <p:nvPr/>
          </p:nvSpPr>
          <p:spPr>
            <a:xfrm>
              <a:off x="3030615" y="4908119"/>
              <a:ext cx="6618457" cy="1515244"/>
            </a:xfrm>
            <a:prstGeom prst="roundRect">
              <a:avLst>
                <a:gd name="adj" fmla="val 50000"/>
              </a:avLst>
            </a:prstGeom>
            <a:solidFill>
              <a:srgbClr val="FFFFFF"/>
            </a:solidFill>
            <a:ln>
              <a:noFill/>
            </a:ln>
            <a:effectLst>
              <a:outerShdw blurRad="266700" algn="ctr"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
          <p:nvSpPr>
            <p:cNvPr id="7" name="文本框 6"/>
            <p:cNvSpPr txBox="1"/>
            <p:nvPr/>
          </p:nvSpPr>
          <p:spPr>
            <a:xfrm>
              <a:off x="3429395" y="5086720"/>
              <a:ext cx="5892165" cy="11580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b="1">
                  <a:sym typeface="+mn-ea"/>
                </a:rPr>
                <a:t>Group Members</a:t>
              </a:r>
              <a:r>
                <a:rPr lang="zh-CN" altLang="en-US" sz="2800" b="1">
                  <a:sym typeface="+mn-ea"/>
                </a:rPr>
                <a:t>：</a:t>
              </a:r>
              <a:endParaRPr lang="zh-CN" altLang="en-US" sz="2800" b="1">
                <a:sym typeface="+mn-ea"/>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800" b="1">
                  <a:sym typeface="+mn-ea"/>
                </a:rPr>
                <a:t>ChenYao,BoruiLi,BingBingYang</a:t>
              </a:r>
              <a:endParaRPr kumimoji="0" lang="zh-CN" altLang="en-US" sz="2800" b="1" i="0" u="none" strike="noStrike" kern="1200" cap="none" spc="0" normalizeH="0" baseline="0" noProof="0" dirty="0">
                <a:ln>
                  <a:noFill/>
                </a:ln>
                <a:solidFill>
                  <a:prstClr val="black"/>
                </a:solidFill>
                <a:effectLst/>
                <a:uLnTx/>
                <a:uFillTx/>
                <a:latin typeface="+mj-ea"/>
                <a:ea typeface="+mj-ea"/>
                <a:cs typeface="阿里巴巴普惠体 2.0 35 Thin" panose="00020600040101010101" pitchFamily="18" charset="-122"/>
              </a:endParaRPr>
            </a:p>
          </p:txBody>
        </p:sp>
      </p:grpSp>
      <p:sp>
        <p:nvSpPr>
          <p:cNvPr id="9" name="椭圆 8"/>
          <p:cNvSpPr/>
          <p:nvPr/>
        </p:nvSpPr>
        <p:spPr>
          <a:xfrm>
            <a:off x="1029391" y="1063397"/>
            <a:ext cx="478695" cy="478695"/>
          </a:xfrm>
          <a:prstGeom prst="ellipse">
            <a:avLst/>
          </a:prstGeom>
          <a:solidFill>
            <a:schemeClr val="accent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1444321" y="3153628"/>
            <a:ext cx="550743" cy="550743"/>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9721134" y="771046"/>
            <a:ext cx="208931" cy="20893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p:cNvPicPr>
            <a:picLocks noChangeAspect="1"/>
          </p:cNvPicPr>
          <p:nvPr>
            <p:custDataLst>
              <p:tags r:id="rId1"/>
            </p:custDataLst>
          </p:nvPr>
        </p:nvPicPr>
        <p:blipFill>
          <a:blip r:embed="rId2"/>
          <a:stretch>
            <a:fillRect/>
          </a:stretch>
        </p:blipFill>
        <p:spPr>
          <a:xfrm>
            <a:off x="2176780" y="24130"/>
            <a:ext cx="7340600" cy="1576070"/>
          </a:xfrm>
          <a:prstGeom prst="rect">
            <a:avLst/>
          </a:prstGeom>
        </p:spPr>
      </p:pic>
      <p:sp>
        <p:nvSpPr>
          <p:cNvPr id="14" name="文本框 13"/>
          <p:cNvSpPr txBox="1"/>
          <p:nvPr/>
        </p:nvSpPr>
        <p:spPr>
          <a:xfrm>
            <a:off x="3162300" y="3541395"/>
            <a:ext cx="7826375" cy="460375"/>
          </a:xfrm>
          <a:prstGeom prst="rect">
            <a:avLst/>
          </a:prstGeom>
          <a:noFill/>
        </p:spPr>
        <p:txBody>
          <a:bodyPr wrap="square" rtlCol="0">
            <a:spAutoFit/>
          </a:bodyPr>
          <a:p>
            <a:r>
              <a:rPr lang="en-US" altLang="zh-CN" sz="2400"/>
              <a:t>--From Chatbots to Autonomous Executors</a:t>
            </a:r>
            <a:endParaRPr lang="en-US" altLang="zh-CN"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任意多边形: 形状 23"/>
          <p:cNvSpPr/>
          <p:nvPr/>
        </p:nvSpPr>
        <p:spPr>
          <a:xfrm flipH="1">
            <a:off x="-1" y="4124325"/>
            <a:ext cx="2495413" cy="2733675"/>
          </a:xfrm>
          <a:custGeom>
            <a:avLst/>
            <a:gdLst>
              <a:gd name="connsiteX0" fmla="*/ 3030933 w 3030933"/>
              <a:gd name="connsiteY0" fmla="*/ 0 h 3320327"/>
              <a:gd name="connsiteX1" fmla="*/ 3030933 w 3030933"/>
              <a:gd name="connsiteY1" fmla="*/ 1315475 h 3320327"/>
              <a:gd name="connsiteX2" fmla="*/ 2861061 w 3030933"/>
              <a:gd name="connsiteY2" fmla="*/ 1341401 h 3320327"/>
              <a:gd name="connsiteX3" fmla="*/ 1310294 w 3030933"/>
              <a:gd name="connsiteY3" fmla="*/ 3244127 h 3320327"/>
              <a:gd name="connsiteX4" fmla="*/ 1314142 w 3030933"/>
              <a:gd name="connsiteY4" fmla="*/ 3320327 h 3320327"/>
              <a:gd name="connsiteX5" fmla="*/ 3848 w 3030933"/>
              <a:gd name="connsiteY5" fmla="*/ 3320327 h 3320327"/>
              <a:gd name="connsiteX6" fmla="*/ 0 w 3030933"/>
              <a:gd name="connsiteY6" fmla="*/ 3244127 h 3320327"/>
              <a:gd name="connsiteX7" fmla="*/ 2919932 w 3030933"/>
              <a:gd name="connsiteY7" fmla="*/ 8440 h 3320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0933" h="3320327">
                <a:moveTo>
                  <a:pt x="3030933" y="0"/>
                </a:moveTo>
                <a:lnTo>
                  <a:pt x="3030933" y="1315475"/>
                </a:lnTo>
                <a:lnTo>
                  <a:pt x="2861061" y="1341401"/>
                </a:lnTo>
                <a:cubicBezTo>
                  <a:pt x="1976040" y="1522502"/>
                  <a:pt x="1310294" y="2305568"/>
                  <a:pt x="1310294" y="3244127"/>
                </a:cubicBezTo>
                <a:lnTo>
                  <a:pt x="1314142" y="3320327"/>
                </a:lnTo>
                <a:lnTo>
                  <a:pt x="3848" y="3320327"/>
                </a:lnTo>
                <a:lnTo>
                  <a:pt x="0" y="3244127"/>
                </a:lnTo>
                <a:cubicBezTo>
                  <a:pt x="0" y="1560101"/>
                  <a:pt x="1279849" y="175000"/>
                  <a:pt x="2919932" y="844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sz="1600">
              <a:solidFill>
                <a:schemeClr val="bg1"/>
              </a:solidFill>
              <a:latin typeface="+mj-ea"/>
              <a:ea typeface="+mj-ea"/>
            </a:endParaRPr>
          </a:p>
        </p:txBody>
      </p:sp>
      <p:sp>
        <p:nvSpPr>
          <p:cNvPr id="25" name="任意多边形: 形状 24"/>
          <p:cNvSpPr/>
          <p:nvPr/>
        </p:nvSpPr>
        <p:spPr>
          <a:xfrm flipH="1">
            <a:off x="10482279" y="0"/>
            <a:ext cx="1709721" cy="1542092"/>
          </a:xfrm>
          <a:custGeom>
            <a:avLst/>
            <a:gdLst>
              <a:gd name="connsiteX0" fmla="*/ 0 w 1709721"/>
              <a:gd name="connsiteY0" fmla="*/ 0 h 1542092"/>
              <a:gd name="connsiteX1" fmla="*/ 1709721 w 1709721"/>
              <a:gd name="connsiteY1" fmla="*/ 0 h 1542092"/>
              <a:gd name="connsiteX2" fmla="*/ 1683816 w 1709721"/>
              <a:gd name="connsiteY2" fmla="*/ 169743 h 1542092"/>
              <a:gd name="connsiteX3" fmla="*/ 0 w 1709721"/>
              <a:gd name="connsiteY3" fmla="*/ 1542092 h 1542092"/>
            </a:gdLst>
            <a:ahLst/>
            <a:cxnLst>
              <a:cxn ang="0">
                <a:pos x="connsiteX0" y="connsiteY0"/>
              </a:cxn>
              <a:cxn ang="0">
                <a:pos x="connsiteX1" y="connsiteY1"/>
              </a:cxn>
              <a:cxn ang="0">
                <a:pos x="connsiteX2" y="connsiteY2"/>
              </a:cxn>
              <a:cxn ang="0">
                <a:pos x="connsiteX3" y="connsiteY3"/>
              </a:cxn>
            </a:cxnLst>
            <a:rect l="l" t="t" r="r" b="b"/>
            <a:pathLst>
              <a:path w="1709721" h="1542092">
                <a:moveTo>
                  <a:pt x="0" y="0"/>
                </a:moveTo>
                <a:lnTo>
                  <a:pt x="1709721" y="0"/>
                </a:lnTo>
                <a:lnTo>
                  <a:pt x="1683816" y="169743"/>
                </a:lnTo>
                <a:cubicBezTo>
                  <a:pt x="1523550" y="952941"/>
                  <a:pt x="830577" y="1542092"/>
                  <a:pt x="0" y="15420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sz="1600">
              <a:solidFill>
                <a:schemeClr val="bg1"/>
              </a:solidFill>
              <a:latin typeface="+mj-ea"/>
              <a:ea typeface="+mj-ea"/>
            </a:endParaRPr>
          </a:p>
        </p:txBody>
      </p:sp>
      <p:sp>
        <p:nvSpPr>
          <p:cNvPr id="2" name="文本框 1"/>
          <p:cNvSpPr txBox="1"/>
          <p:nvPr/>
        </p:nvSpPr>
        <p:spPr>
          <a:xfrm>
            <a:off x="473075" y="575945"/>
            <a:ext cx="5676900" cy="829945"/>
          </a:xfrm>
          <a:prstGeom prst="rect">
            <a:avLst/>
          </a:prstGeom>
          <a:noFill/>
        </p:spPr>
        <p:txBody>
          <a:bodyPr wrap="square" rtlCol="0">
            <a:spAutoFit/>
          </a:bodyPr>
          <a:p>
            <a:r>
              <a:rPr lang="en-US" altLang="zh-CN" sz="4800" b="1">
                <a:solidFill>
                  <a:schemeClr val="accent6">
                    <a:lumMod val="60000"/>
                    <a:lumOff val="40000"/>
                  </a:schemeClr>
                </a:solidFill>
              </a:rPr>
              <a:t>Our Group</a:t>
            </a:r>
            <a:r>
              <a:rPr lang="zh-CN" altLang="en-US" sz="4800" b="1">
                <a:solidFill>
                  <a:schemeClr val="accent6">
                    <a:lumMod val="60000"/>
                    <a:lumOff val="40000"/>
                  </a:schemeClr>
                </a:solidFill>
              </a:rPr>
              <a:t>：</a:t>
            </a:r>
            <a:endParaRPr lang="zh-CN" altLang="en-US" sz="4800" b="1">
              <a:solidFill>
                <a:schemeClr val="accent6">
                  <a:lumMod val="60000"/>
                  <a:lumOff val="40000"/>
                </a:schemeClr>
              </a:solidFill>
            </a:endParaRPr>
          </a:p>
        </p:txBody>
      </p:sp>
      <p:sp>
        <p:nvSpPr>
          <p:cNvPr id="3" name="文本框 2"/>
          <p:cNvSpPr txBox="1"/>
          <p:nvPr/>
        </p:nvSpPr>
        <p:spPr>
          <a:xfrm>
            <a:off x="1419225" y="1811655"/>
            <a:ext cx="10339070" cy="3046095"/>
          </a:xfrm>
          <a:prstGeom prst="rect">
            <a:avLst/>
          </a:prstGeom>
          <a:noFill/>
        </p:spPr>
        <p:txBody>
          <a:bodyPr wrap="square" rtlCol="0">
            <a:spAutoFit/>
          </a:bodyPr>
          <a:p>
            <a:r>
              <a:rPr lang="en-US" altLang="zh-CN" sz="4800"/>
              <a:t>Chen Yao</a:t>
            </a:r>
            <a:r>
              <a:rPr lang="zh-CN" altLang="en-US" sz="4800"/>
              <a:t>：</a:t>
            </a:r>
            <a:r>
              <a:rPr lang="en-US" altLang="zh-CN" sz="4800"/>
              <a:t>material collection &amp; presentation</a:t>
            </a:r>
            <a:endParaRPr lang="en-US" altLang="zh-CN" sz="4800"/>
          </a:p>
          <a:p>
            <a:r>
              <a:rPr lang="en-US" altLang="zh-CN" sz="4800"/>
              <a:t>Borui Li</a:t>
            </a:r>
            <a:r>
              <a:rPr lang="zh-CN" altLang="en-US" sz="4800"/>
              <a:t>：</a:t>
            </a:r>
            <a:r>
              <a:rPr lang="en-US" altLang="zh-CN" sz="4800"/>
              <a:t>making powerpoint</a:t>
            </a:r>
            <a:endParaRPr lang="en-US" altLang="zh-CN" sz="4800"/>
          </a:p>
          <a:p>
            <a:r>
              <a:rPr lang="en-US" altLang="zh-CN" sz="4800"/>
              <a:t>Bingbing Yang</a:t>
            </a:r>
            <a:r>
              <a:rPr lang="zh-CN" altLang="en-US" sz="4800"/>
              <a:t>：</a:t>
            </a:r>
            <a:r>
              <a:rPr lang="en-US" altLang="zh-CN" sz="4800"/>
              <a:t>writing a script</a:t>
            </a:r>
            <a:endParaRPr lang="en-US" altLang="zh-CN" sz="4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21945" y="619760"/>
            <a:ext cx="5151755" cy="922020"/>
          </a:xfrm>
          <a:prstGeom prst="rect">
            <a:avLst/>
          </a:prstGeom>
        </p:spPr>
        <p:txBody>
          <a:bodyPr wrap="square">
            <a:spAutoFit/>
          </a:bodyPr>
          <a:lstStyle/>
          <a:p>
            <a:pPr algn="dist" defTabSz="914400">
              <a:lnSpc>
                <a:spcPct val="90000"/>
              </a:lnSpc>
              <a:spcBef>
                <a:spcPct val="0"/>
              </a:spcBef>
            </a:pPr>
            <a:r>
              <a:rPr lang="en-US" altLang="zh-CN" sz="6000" dirty="0">
                <a:solidFill>
                  <a:schemeClr val="accent1"/>
                </a:solidFill>
                <a:latin typeface="+mj-lt"/>
                <a:cs typeface="+mn-ea"/>
                <a:sym typeface="+mn-lt"/>
              </a:rPr>
              <a:t>CONTENT</a:t>
            </a:r>
            <a:endParaRPr lang="zh-CN" altLang="en-US" sz="6000" dirty="0">
              <a:solidFill>
                <a:schemeClr val="accent1"/>
              </a:solidFill>
              <a:latin typeface="+mj-lt"/>
              <a:cs typeface="+mn-ea"/>
              <a:sym typeface="+mn-lt"/>
            </a:endParaRPr>
          </a:p>
        </p:txBody>
      </p:sp>
      <p:sp>
        <p:nvSpPr>
          <p:cNvPr id="6" name="矩形 5"/>
          <p:cNvSpPr/>
          <p:nvPr>
            <p:custDataLst>
              <p:tags r:id="rId1"/>
            </p:custDataLst>
          </p:nvPr>
        </p:nvSpPr>
        <p:spPr>
          <a:xfrm>
            <a:off x="2931469" y="1789818"/>
            <a:ext cx="645729" cy="6457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dirty="0">
                <a:latin typeface="+mj-lt"/>
                <a:ea typeface="思源黑体 Normal" panose="020B0400000000000000" pitchFamily="34" charset="-122"/>
                <a:cs typeface="+mn-ea"/>
                <a:sym typeface="+mn-lt"/>
              </a:rPr>
              <a:t>01</a:t>
            </a:r>
            <a:endParaRPr lang="en-US" altLang="zh-CN" sz="1800" dirty="0">
              <a:latin typeface="+mj-lt"/>
              <a:ea typeface="思源黑体 Normal" panose="020B0400000000000000" pitchFamily="34" charset="-122"/>
              <a:cs typeface="+mn-ea"/>
              <a:sym typeface="+mn-lt"/>
            </a:endParaRPr>
          </a:p>
        </p:txBody>
      </p:sp>
      <p:sp>
        <p:nvSpPr>
          <p:cNvPr id="7" name="文本框 6"/>
          <p:cNvSpPr txBox="1"/>
          <p:nvPr>
            <p:custDataLst>
              <p:tags r:id="rId2"/>
            </p:custDataLst>
          </p:nvPr>
        </p:nvSpPr>
        <p:spPr>
          <a:xfrm>
            <a:off x="3773496" y="1743695"/>
            <a:ext cx="3110451" cy="460375"/>
          </a:xfrm>
          <a:prstGeom prst="rect">
            <a:avLst/>
          </a:prstGeom>
          <a:noFill/>
        </p:spPr>
        <p:txBody>
          <a:bodyPr wrap="square" rtlCol="0">
            <a:spAutoFit/>
          </a:bodyPr>
          <a:lstStyle/>
          <a:p>
            <a:r>
              <a:rPr lang="en-US" altLang="zh-CN" sz="2400" b="1" dirty="0">
                <a:latin typeface="+mj-ea"/>
                <a:ea typeface="+mj-ea"/>
                <a:cs typeface="+mn-ea"/>
                <a:sym typeface="+mn-lt"/>
              </a:rPr>
              <a:t>The Rise</a:t>
            </a:r>
            <a:endParaRPr lang="en-US" altLang="zh-CN" sz="2400" b="1" dirty="0">
              <a:latin typeface="+mj-ea"/>
              <a:ea typeface="+mj-ea"/>
              <a:cs typeface="+mn-ea"/>
              <a:sym typeface="+mn-lt"/>
            </a:endParaRPr>
          </a:p>
        </p:txBody>
      </p:sp>
      <p:sp>
        <p:nvSpPr>
          <p:cNvPr id="8" name="文本框 7"/>
          <p:cNvSpPr txBox="1"/>
          <p:nvPr>
            <p:custDataLst>
              <p:tags r:id="rId3"/>
            </p:custDataLst>
          </p:nvPr>
        </p:nvSpPr>
        <p:spPr>
          <a:xfrm>
            <a:off x="3786466" y="2212456"/>
            <a:ext cx="4321475" cy="406400"/>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800">
                <a:latin typeface="微软雅黑" panose="020B0503020204020204" charset="-122"/>
                <a:ea typeface="微软雅黑" panose="020B0503020204020204" charset="-122"/>
                <a:cs typeface="+mn-ea"/>
                <a:sym typeface="+mn-lt"/>
              </a:rPr>
              <a:t>What is Lobster Fever?</a:t>
            </a:r>
            <a:endParaRPr lang="en-US" altLang="zh-CN" sz="1800">
              <a:latin typeface="微软雅黑" panose="020B0503020204020204" charset="-122"/>
              <a:ea typeface="微软雅黑" panose="020B0503020204020204" charset="-122"/>
              <a:cs typeface="+mn-ea"/>
              <a:sym typeface="+mn-lt"/>
            </a:endParaRPr>
          </a:p>
        </p:txBody>
      </p:sp>
      <p:sp>
        <p:nvSpPr>
          <p:cNvPr id="9" name="矩形 8"/>
          <p:cNvSpPr/>
          <p:nvPr>
            <p:custDataLst>
              <p:tags r:id="rId4"/>
            </p:custDataLst>
          </p:nvPr>
        </p:nvSpPr>
        <p:spPr>
          <a:xfrm>
            <a:off x="2948036" y="4248449"/>
            <a:ext cx="645729" cy="6457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dirty="0">
                <a:latin typeface="+mj-lt"/>
                <a:ea typeface="思源黑体 Normal" panose="020B0400000000000000" pitchFamily="34" charset="-122"/>
                <a:cs typeface="+mn-ea"/>
                <a:sym typeface="+mn-lt"/>
              </a:rPr>
              <a:t>03</a:t>
            </a:r>
            <a:endParaRPr lang="en-US" altLang="zh-CN" sz="1800" dirty="0">
              <a:latin typeface="+mj-lt"/>
              <a:ea typeface="思源黑体 Normal" panose="020B0400000000000000" pitchFamily="34" charset="-122"/>
              <a:cs typeface="+mn-ea"/>
              <a:sym typeface="+mn-lt"/>
            </a:endParaRPr>
          </a:p>
        </p:txBody>
      </p:sp>
      <p:sp>
        <p:nvSpPr>
          <p:cNvPr id="10" name="文本框 9"/>
          <p:cNvSpPr txBox="1"/>
          <p:nvPr>
            <p:custDataLst>
              <p:tags r:id="rId5"/>
            </p:custDataLst>
          </p:nvPr>
        </p:nvSpPr>
        <p:spPr>
          <a:xfrm>
            <a:off x="3790063" y="4202325"/>
            <a:ext cx="3110451" cy="460375"/>
          </a:xfrm>
          <a:prstGeom prst="rect">
            <a:avLst/>
          </a:prstGeom>
          <a:noFill/>
        </p:spPr>
        <p:txBody>
          <a:bodyPr wrap="square" rtlCol="0">
            <a:spAutoFit/>
          </a:bodyPr>
          <a:lstStyle/>
          <a:p>
            <a:r>
              <a:rPr lang="en-US" altLang="zh-CN" sz="2400" b="1">
                <a:latin typeface="+mj-ea"/>
                <a:ea typeface="+mj-ea"/>
                <a:cs typeface="+mn-ea"/>
                <a:sym typeface="+mn-lt"/>
              </a:rPr>
              <a:t>The Risks</a:t>
            </a:r>
            <a:endParaRPr lang="en-US" altLang="zh-CN" sz="2400" b="1">
              <a:latin typeface="+mj-ea"/>
              <a:ea typeface="+mj-ea"/>
              <a:cs typeface="+mn-ea"/>
              <a:sym typeface="+mn-lt"/>
            </a:endParaRPr>
          </a:p>
        </p:txBody>
      </p:sp>
      <p:sp>
        <p:nvSpPr>
          <p:cNvPr id="11" name="文本框 10"/>
          <p:cNvSpPr txBox="1"/>
          <p:nvPr>
            <p:custDataLst>
              <p:tags r:id="rId6"/>
            </p:custDataLst>
          </p:nvPr>
        </p:nvSpPr>
        <p:spPr>
          <a:xfrm>
            <a:off x="3803033" y="4671086"/>
            <a:ext cx="4321475" cy="406400"/>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800">
                <a:latin typeface="微软雅黑" panose="020B0503020204020204" charset="-122"/>
                <a:ea typeface="微软雅黑" panose="020B0503020204020204" charset="-122"/>
                <a:cs typeface="微软雅黑" panose="020B0503020204020204" charset="-122"/>
                <a:sym typeface="+mn-lt"/>
              </a:rPr>
              <a:t>Privacy</a:t>
            </a:r>
            <a:r>
              <a:rPr lang="zh-CN" altLang="en-US" sz="1800">
                <a:latin typeface="微软雅黑" panose="020B0503020204020204" charset="-122"/>
                <a:ea typeface="微软雅黑" panose="020B0503020204020204" charset="-122"/>
                <a:cs typeface="微软雅黑" panose="020B0503020204020204" charset="-122"/>
                <a:sym typeface="+mn-lt"/>
              </a:rPr>
              <a:t>，</a:t>
            </a:r>
            <a:r>
              <a:rPr lang="en-US" altLang="zh-CN" sz="1800">
                <a:latin typeface="微软雅黑" panose="020B0503020204020204" charset="-122"/>
                <a:ea typeface="微软雅黑" panose="020B0503020204020204" charset="-122"/>
                <a:cs typeface="微软雅黑" panose="020B0503020204020204" charset="-122"/>
                <a:sym typeface="+mn-lt"/>
              </a:rPr>
              <a:t>security</a:t>
            </a:r>
            <a:r>
              <a:rPr lang="zh-CN" altLang="en-US" sz="1800">
                <a:latin typeface="微软雅黑" panose="020B0503020204020204" charset="-122"/>
                <a:ea typeface="微软雅黑" panose="020B0503020204020204" charset="-122"/>
                <a:cs typeface="微软雅黑" panose="020B0503020204020204" charset="-122"/>
                <a:sym typeface="+mn-lt"/>
              </a:rPr>
              <a:t>，</a:t>
            </a:r>
            <a:r>
              <a:rPr lang="en-US" altLang="zh-CN" sz="1800">
                <a:latin typeface="微软雅黑" panose="020B0503020204020204" charset="-122"/>
                <a:ea typeface="微软雅黑" panose="020B0503020204020204" charset="-122"/>
                <a:cs typeface="微软雅黑" panose="020B0503020204020204" charset="-122"/>
                <a:sym typeface="+mn-lt"/>
              </a:rPr>
              <a:t>real incidents</a:t>
            </a:r>
            <a:endParaRPr lang="en-US" altLang="zh-CN" sz="1800">
              <a:latin typeface="微软雅黑" panose="020B0503020204020204" charset="-122"/>
              <a:ea typeface="微软雅黑" panose="020B0503020204020204" charset="-122"/>
              <a:cs typeface="微软雅黑" panose="020B0503020204020204" charset="-122"/>
              <a:sym typeface="+mn-lt"/>
            </a:endParaRPr>
          </a:p>
        </p:txBody>
      </p:sp>
      <p:sp>
        <p:nvSpPr>
          <p:cNvPr id="12" name="矩形 11"/>
          <p:cNvSpPr/>
          <p:nvPr>
            <p:custDataLst>
              <p:tags r:id="rId7"/>
            </p:custDataLst>
          </p:nvPr>
        </p:nvSpPr>
        <p:spPr>
          <a:xfrm>
            <a:off x="2931469" y="3015485"/>
            <a:ext cx="645729" cy="6457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dirty="0">
                <a:latin typeface="+mj-lt"/>
                <a:ea typeface="思源黑体 Normal" panose="020B0400000000000000" pitchFamily="34" charset="-122"/>
                <a:cs typeface="+mn-ea"/>
                <a:sym typeface="+mn-lt"/>
              </a:rPr>
              <a:t>02</a:t>
            </a:r>
            <a:endParaRPr lang="en-US" altLang="zh-CN" sz="1800" dirty="0">
              <a:latin typeface="+mj-lt"/>
              <a:ea typeface="思源黑体 Normal" panose="020B0400000000000000" pitchFamily="34" charset="-122"/>
              <a:cs typeface="+mn-ea"/>
              <a:sym typeface="+mn-lt"/>
            </a:endParaRPr>
          </a:p>
        </p:txBody>
      </p:sp>
      <p:sp>
        <p:nvSpPr>
          <p:cNvPr id="13" name="文本框 12"/>
          <p:cNvSpPr txBox="1"/>
          <p:nvPr>
            <p:custDataLst>
              <p:tags r:id="rId8"/>
            </p:custDataLst>
          </p:nvPr>
        </p:nvSpPr>
        <p:spPr>
          <a:xfrm>
            <a:off x="3773496" y="2969362"/>
            <a:ext cx="3110451" cy="460375"/>
          </a:xfrm>
          <a:prstGeom prst="rect">
            <a:avLst/>
          </a:prstGeom>
          <a:noFill/>
        </p:spPr>
        <p:txBody>
          <a:bodyPr wrap="square" rtlCol="0">
            <a:spAutoFit/>
          </a:bodyPr>
          <a:lstStyle/>
          <a:p>
            <a:r>
              <a:rPr lang="en-US" altLang="zh-CN" sz="2400" b="1">
                <a:latin typeface="+mj-ea"/>
                <a:ea typeface="+mj-ea"/>
                <a:cs typeface="+mn-ea"/>
                <a:sym typeface="+mn-lt"/>
              </a:rPr>
              <a:t>The Tech</a:t>
            </a:r>
            <a:endParaRPr lang="en-US" altLang="zh-CN" sz="2400" b="1" dirty="0">
              <a:latin typeface="+mj-ea"/>
              <a:ea typeface="+mj-ea"/>
              <a:cs typeface="+mn-ea"/>
              <a:sym typeface="+mn-lt"/>
            </a:endParaRPr>
          </a:p>
        </p:txBody>
      </p:sp>
      <p:sp>
        <p:nvSpPr>
          <p:cNvPr id="14" name="文本框 13"/>
          <p:cNvSpPr txBox="1"/>
          <p:nvPr>
            <p:custDataLst>
              <p:tags r:id="rId9"/>
            </p:custDataLst>
          </p:nvPr>
        </p:nvSpPr>
        <p:spPr>
          <a:xfrm>
            <a:off x="3786505" y="3437890"/>
            <a:ext cx="7312025" cy="406400"/>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800">
                <a:latin typeface="微软雅黑" panose="020B0503020204020204" charset="-122"/>
                <a:ea typeface="微软雅黑" panose="020B0503020204020204" charset="-122"/>
                <a:cs typeface="微软雅黑" panose="020B0503020204020204" charset="-122"/>
                <a:sym typeface="+mn-lt"/>
              </a:rPr>
              <a:t>How it works?(Gateway</a:t>
            </a:r>
            <a:r>
              <a:rPr lang="zh-CN" altLang="en-US" sz="1800">
                <a:latin typeface="微软雅黑" panose="020B0503020204020204" charset="-122"/>
                <a:ea typeface="微软雅黑" panose="020B0503020204020204" charset="-122"/>
                <a:cs typeface="微软雅黑" panose="020B0503020204020204" charset="-122"/>
                <a:sym typeface="+mn-lt"/>
              </a:rPr>
              <a:t>，</a:t>
            </a:r>
            <a:r>
              <a:rPr lang="en-US" altLang="zh-CN" sz="1800">
                <a:latin typeface="微软雅黑" panose="020B0503020204020204" charset="-122"/>
                <a:ea typeface="微软雅黑" panose="020B0503020204020204" charset="-122"/>
                <a:cs typeface="微软雅黑" panose="020B0503020204020204" charset="-122"/>
                <a:sym typeface="+mn-lt"/>
              </a:rPr>
              <a:t>Agent</a:t>
            </a:r>
            <a:r>
              <a:rPr lang="zh-CN" altLang="en-US" sz="1800">
                <a:latin typeface="微软雅黑" panose="020B0503020204020204" charset="-122"/>
                <a:ea typeface="微软雅黑" panose="020B0503020204020204" charset="-122"/>
                <a:cs typeface="微软雅黑" panose="020B0503020204020204" charset="-122"/>
                <a:sym typeface="+mn-lt"/>
              </a:rPr>
              <a:t>，</a:t>
            </a:r>
            <a:r>
              <a:rPr lang="en-US" altLang="zh-CN" sz="1800">
                <a:latin typeface="微软雅黑" panose="020B0503020204020204" charset="-122"/>
                <a:ea typeface="微软雅黑" panose="020B0503020204020204" charset="-122"/>
                <a:cs typeface="微软雅黑" panose="020B0503020204020204" charset="-122"/>
                <a:sym typeface="+mn-lt"/>
              </a:rPr>
              <a:t>Skills)</a:t>
            </a:r>
            <a:endParaRPr lang="en-US" altLang="zh-CN" sz="1800">
              <a:latin typeface="微软雅黑" panose="020B0503020204020204" charset="-122"/>
              <a:ea typeface="微软雅黑" panose="020B0503020204020204" charset="-122"/>
              <a:cs typeface="微软雅黑" panose="020B0503020204020204" charset="-122"/>
              <a:sym typeface="+mn-lt"/>
            </a:endParaRPr>
          </a:p>
        </p:txBody>
      </p:sp>
      <p:sp>
        <p:nvSpPr>
          <p:cNvPr id="15" name="矩形 14"/>
          <p:cNvSpPr/>
          <p:nvPr>
            <p:custDataLst>
              <p:tags r:id="rId10"/>
            </p:custDataLst>
          </p:nvPr>
        </p:nvSpPr>
        <p:spPr>
          <a:xfrm>
            <a:off x="2948036" y="5474115"/>
            <a:ext cx="645729" cy="6457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800" dirty="0">
                <a:latin typeface="+mj-lt"/>
                <a:ea typeface="思源黑体 Normal" panose="020B0400000000000000" pitchFamily="34" charset="-122"/>
                <a:cs typeface="+mn-ea"/>
                <a:sym typeface="+mn-lt"/>
              </a:rPr>
              <a:t>04</a:t>
            </a:r>
            <a:endParaRPr lang="en-US" altLang="zh-CN" sz="1800" dirty="0">
              <a:latin typeface="+mj-lt"/>
              <a:ea typeface="思源黑体 Normal" panose="020B0400000000000000" pitchFamily="34" charset="-122"/>
              <a:cs typeface="+mn-ea"/>
              <a:sym typeface="+mn-lt"/>
            </a:endParaRPr>
          </a:p>
        </p:txBody>
      </p:sp>
      <p:sp>
        <p:nvSpPr>
          <p:cNvPr id="16" name="文本框 15"/>
          <p:cNvSpPr txBox="1"/>
          <p:nvPr>
            <p:custDataLst>
              <p:tags r:id="rId11"/>
            </p:custDataLst>
          </p:nvPr>
        </p:nvSpPr>
        <p:spPr>
          <a:xfrm>
            <a:off x="3790063" y="5427992"/>
            <a:ext cx="3110451" cy="460375"/>
          </a:xfrm>
          <a:prstGeom prst="rect">
            <a:avLst/>
          </a:prstGeom>
          <a:noFill/>
        </p:spPr>
        <p:txBody>
          <a:bodyPr wrap="square" rtlCol="0">
            <a:spAutoFit/>
          </a:bodyPr>
          <a:lstStyle/>
          <a:p>
            <a:r>
              <a:rPr lang="en-US" altLang="zh-CN" sz="2400" b="1">
                <a:latin typeface="+mj-ea"/>
                <a:ea typeface="+mj-ea"/>
                <a:cs typeface="+mn-ea"/>
                <a:sym typeface="+mn-lt"/>
              </a:rPr>
              <a:t>The Future</a:t>
            </a:r>
            <a:endParaRPr lang="en-US" altLang="zh-CN" sz="2400" b="1" dirty="0">
              <a:latin typeface="+mj-ea"/>
              <a:ea typeface="+mj-ea"/>
              <a:cs typeface="+mn-ea"/>
              <a:sym typeface="+mn-lt"/>
            </a:endParaRPr>
          </a:p>
        </p:txBody>
      </p:sp>
      <p:sp>
        <p:nvSpPr>
          <p:cNvPr id="17" name="文本框 16"/>
          <p:cNvSpPr txBox="1"/>
          <p:nvPr>
            <p:custDataLst>
              <p:tags r:id="rId12"/>
            </p:custDataLst>
          </p:nvPr>
        </p:nvSpPr>
        <p:spPr>
          <a:xfrm>
            <a:off x="3803033" y="5896753"/>
            <a:ext cx="4321475" cy="406400"/>
          </a:xfrm>
          <a:prstGeom prst="rect">
            <a:avLst/>
          </a:prstGeom>
          <a:noFill/>
        </p:spPr>
        <p:txBody>
          <a:bodyPr wrap="square" rtlCol="0">
            <a:spAutoFit/>
            <a:scene3d>
              <a:camera prst="orthographicFront"/>
              <a:lightRig rig="threePt" dir="t"/>
            </a:scene3d>
            <a:sp3d contourW="12700"/>
          </a:bodyPr>
          <a:lstStyle/>
          <a:p>
            <a:pPr>
              <a:lnSpc>
                <a:spcPct val="114000"/>
              </a:lnSpc>
            </a:pPr>
            <a:r>
              <a:rPr lang="en-US" altLang="zh-CN" sz="1800">
                <a:latin typeface="微软雅黑" panose="020B0503020204020204" charset="-122"/>
                <a:ea typeface="微软雅黑" panose="020B0503020204020204" charset="-122"/>
                <a:cs typeface="+mn-ea"/>
                <a:sym typeface="+mn-lt"/>
              </a:rPr>
              <a:t>What it means for AI?</a:t>
            </a:r>
            <a:endParaRPr lang="en-US" altLang="zh-CN" sz="1800">
              <a:latin typeface="微软雅黑" panose="020B0503020204020204" charset="-122"/>
              <a:ea typeface="微软雅黑" panose="020B0503020204020204" charset="-122"/>
              <a:cs typeface="+mn-ea"/>
              <a:sym typeface="+mn-lt"/>
            </a:endParaRPr>
          </a:p>
        </p:txBody>
      </p:sp>
      <p:sp>
        <p:nvSpPr>
          <p:cNvPr id="24" name="任意多边形: 形状 23"/>
          <p:cNvSpPr/>
          <p:nvPr/>
        </p:nvSpPr>
        <p:spPr>
          <a:xfrm flipH="1">
            <a:off x="-1" y="4124325"/>
            <a:ext cx="2495413" cy="2733675"/>
          </a:xfrm>
          <a:custGeom>
            <a:avLst/>
            <a:gdLst>
              <a:gd name="connsiteX0" fmla="*/ 3030933 w 3030933"/>
              <a:gd name="connsiteY0" fmla="*/ 0 h 3320327"/>
              <a:gd name="connsiteX1" fmla="*/ 3030933 w 3030933"/>
              <a:gd name="connsiteY1" fmla="*/ 1315475 h 3320327"/>
              <a:gd name="connsiteX2" fmla="*/ 2861061 w 3030933"/>
              <a:gd name="connsiteY2" fmla="*/ 1341401 h 3320327"/>
              <a:gd name="connsiteX3" fmla="*/ 1310294 w 3030933"/>
              <a:gd name="connsiteY3" fmla="*/ 3244127 h 3320327"/>
              <a:gd name="connsiteX4" fmla="*/ 1314142 w 3030933"/>
              <a:gd name="connsiteY4" fmla="*/ 3320327 h 3320327"/>
              <a:gd name="connsiteX5" fmla="*/ 3848 w 3030933"/>
              <a:gd name="connsiteY5" fmla="*/ 3320327 h 3320327"/>
              <a:gd name="connsiteX6" fmla="*/ 0 w 3030933"/>
              <a:gd name="connsiteY6" fmla="*/ 3244127 h 3320327"/>
              <a:gd name="connsiteX7" fmla="*/ 2919932 w 3030933"/>
              <a:gd name="connsiteY7" fmla="*/ 8440 h 3320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0933" h="3320327">
                <a:moveTo>
                  <a:pt x="3030933" y="0"/>
                </a:moveTo>
                <a:lnTo>
                  <a:pt x="3030933" y="1315475"/>
                </a:lnTo>
                <a:lnTo>
                  <a:pt x="2861061" y="1341401"/>
                </a:lnTo>
                <a:cubicBezTo>
                  <a:pt x="1976040" y="1522502"/>
                  <a:pt x="1310294" y="2305568"/>
                  <a:pt x="1310294" y="3244127"/>
                </a:cubicBezTo>
                <a:lnTo>
                  <a:pt x="1314142" y="3320327"/>
                </a:lnTo>
                <a:lnTo>
                  <a:pt x="3848" y="3320327"/>
                </a:lnTo>
                <a:lnTo>
                  <a:pt x="0" y="3244127"/>
                </a:lnTo>
                <a:cubicBezTo>
                  <a:pt x="0" y="1560101"/>
                  <a:pt x="1279849" y="175000"/>
                  <a:pt x="2919932" y="844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sz="1600">
              <a:solidFill>
                <a:schemeClr val="bg1"/>
              </a:solidFill>
              <a:latin typeface="+mj-ea"/>
              <a:ea typeface="+mj-ea"/>
            </a:endParaRPr>
          </a:p>
        </p:txBody>
      </p:sp>
      <p:sp>
        <p:nvSpPr>
          <p:cNvPr id="25" name="任意多边形: 形状 24"/>
          <p:cNvSpPr/>
          <p:nvPr/>
        </p:nvSpPr>
        <p:spPr>
          <a:xfrm flipH="1">
            <a:off x="10482279" y="0"/>
            <a:ext cx="1709721" cy="1542092"/>
          </a:xfrm>
          <a:custGeom>
            <a:avLst/>
            <a:gdLst>
              <a:gd name="connsiteX0" fmla="*/ 0 w 1709721"/>
              <a:gd name="connsiteY0" fmla="*/ 0 h 1542092"/>
              <a:gd name="connsiteX1" fmla="*/ 1709721 w 1709721"/>
              <a:gd name="connsiteY1" fmla="*/ 0 h 1542092"/>
              <a:gd name="connsiteX2" fmla="*/ 1683816 w 1709721"/>
              <a:gd name="connsiteY2" fmla="*/ 169743 h 1542092"/>
              <a:gd name="connsiteX3" fmla="*/ 0 w 1709721"/>
              <a:gd name="connsiteY3" fmla="*/ 1542092 h 1542092"/>
            </a:gdLst>
            <a:ahLst/>
            <a:cxnLst>
              <a:cxn ang="0">
                <a:pos x="connsiteX0" y="connsiteY0"/>
              </a:cxn>
              <a:cxn ang="0">
                <a:pos x="connsiteX1" y="connsiteY1"/>
              </a:cxn>
              <a:cxn ang="0">
                <a:pos x="connsiteX2" y="connsiteY2"/>
              </a:cxn>
              <a:cxn ang="0">
                <a:pos x="connsiteX3" y="connsiteY3"/>
              </a:cxn>
            </a:cxnLst>
            <a:rect l="l" t="t" r="r" b="b"/>
            <a:pathLst>
              <a:path w="1709721" h="1542092">
                <a:moveTo>
                  <a:pt x="0" y="0"/>
                </a:moveTo>
                <a:lnTo>
                  <a:pt x="1709721" y="0"/>
                </a:lnTo>
                <a:lnTo>
                  <a:pt x="1683816" y="169743"/>
                </a:lnTo>
                <a:cubicBezTo>
                  <a:pt x="1523550" y="952941"/>
                  <a:pt x="830577" y="1542092"/>
                  <a:pt x="0" y="15420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sz="1600">
              <a:solidFill>
                <a:schemeClr val="bg1"/>
              </a:solidFill>
              <a:latin typeface="+mj-ea"/>
              <a:ea typeface="+mj-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1444321" y="3153628"/>
            <a:ext cx="550743" cy="550743"/>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10924451" y="5771427"/>
            <a:ext cx="825433" cy="82543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9721134" y="771046"/>
            <a:ext cx="208931" cy="20893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nvSpPr>
        <p:spPr>
          <a:xfrm flipH="1">
            <a:off x="10482279" y="0"/>
            <a:ext cx="1709721" cy="1542092"/>
          </a:xfrm>
          <a:custGeom>
            <a:avLst/>
            <a:gdLst>
              <a:gd name="connsiteX0" fmla="*/ 0 w 1709721"/>
              <a:gd name="connsiteY0" fmla="*/ 0 h 1542092"/>
              <a:gd name="connsiteX1" fmla="*/ 1709721 w 1709721"/>
              <a:gd name="connsiteY1" fmla="*/ 0 h 1542092"/>
              <a:gd name="connsiteX2" fmla="*/ 1683816 w 1709721"/>
              <a:gd name="connsiteY2" fmla="*/ 169743 h 1542092"/>
              <a:gd name="connsiteX3" fmla="*/ 0 w 1709721"/>
              <a:gd name="connsiteY3" fmla="*/ 1542092 h 1542092"/>
            </a:gdLst>
            <a:ahLst/>
            <a:cxnLst>
              <a:cxn ang="0">
                <a:pos x="connsiteX0" y="connsiteY0"/>
              </a:cxn>
              <a:cxn ang="0">
                <a:pos x="connsiteX1" y="connsiteY1"/>
              </a:cxn>
              <a:cxn ang="0">
                <a:pos x="connsiteX2" y="connsiteY2"/>
              </a:cxn>
              <a:cxn ang="0">
                <a:pos x="connsiteX3" y="connsiteY3"/>
              </a:cxn>
            </a:cxnLst>
            <a:rect l="l" t="t" r="r" b="b"/>
            <a:pathLst>
              <a:path w="1709721" h="1542092">
                <a:moveTo>
                  <a:pt x="0" y="0"/>
                </a:moveTo>
                <a:lnTo>
                  <a:pt x="1709721" y="0"/>
                </a:lnTo>
                <a:lnTo>
                  <a:pt x="1683816" y="169743"/>
                </a:lnTo>
                <a:cubicBezTo>
                  <a:pt x="1523550" y="952941"/>
                  <a:pt x="830577" y="1542092"/>
                  <a:pt x="0" y="15420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sz="1600">
              <a:solidFill>
                <a:schemeClr val="bg1"/>
              </a:solidFill>
              <a:latin typeface="+mj-ea"/>
              <a:ea typeface="+mj-ea"/>
            </a:endParaRPr>
          </a:p>
        </p:txBody>
      </p:sp>
      <p:sp>
        <p:nvSpPr>
          <p:cNvPr id="14" name="文本框 13"/>
          <p:cNvSpPr txBox="1"/>
          <p:nvPr/>
        </p:nvSpPr>
        <p:spPr>
          <a:xfrm>
            <a:off x="-193" y="249193"/>
            <a:ext cx="7226300" cy="768350"/>
          </a:xfrm>
          <a:prstGeom prst="rect">
            <a:avLst/>
          </a:prstGeom>
          <a:noFill/>
        </p:spPr>
        <p:txBody>
          <a:bodyPr wrap="none" rtlCol="0">
            <a:spAutoFit/>
            <a:scene3d>
              <a:camera prst="orthographicFront"/>
              <a:lightRig rig="threePt" dir="t"/>
            </a:scene3d>
            <a:sp3d contourW="12700"/>
          </a:bodyPr>
          <a:lstStyle/>
          <a:p>
            <a:pPr algn="ctr"/>
            <a:r>
              <a:rPr lang="en-US" altLang="zh-CN" sz="4400" b="1" dirty="0">
                <a:solidFill>
                  <a:srgbClr val="FF0000"/>
                </a:solidFill>
                <a:latin typeface="宋体" panose="02010600030101010101" pitchFamily="2" charset="-122"/>
                <a:ea typeface="宋体" panose="02010600030101010101" pitchFamily="2" charset="-122"/>
                <a:cs typeface="+mn-ea"/>
                <a:sym typeface="+mn-lt"/>
              </a:rPr>
              <a:t>What is“Lobster Fever”?</a:t>
            </a:r>
            <a:endParaRPr lang="en-US" altLang="zh-CN" sz="4400" b="1" dirty="0">
              <a:solidFill>
                <a:srgbClr val="FF0000"/>
              </a:solidFill>
              <a:latin typeface="宋体" panose="02010600030101010101" pitchFamily="2" charset="-122"/>
              <a:ea typeface="宋体" panose="02010600030101010101" pitchFamily="2" charset="-122"/>
              <a:cs typeface="+mn-ea"/>
              <a:sym typeface="+mn-lt"/>
            </a:endParaRPr>
          </a:p>
        </p:txBody>
      </p:sp>
      <p:sp>
        <p:nvSpPr>
          <p:cNvPr id="15" name="文本框 14"/>
          <p:cNvSpPr txBox="1"/>
          <p:nvPr/>
        </p:nvSpPr>
        <p:spPr>
          <a:xfrm>
            <a:off x="6310630" y="1706245"/>
            <a:ext cx="5133975" cy="4615815"/>
          </a:xfrm>
          <a:prstGeom prst="rect">
            <a:avLst/>
          </a:prstGeom>
          <a:noFill/>
        </p:spPr>
        <p:txBody>
          <a:bodyPr wrap="square" rtlCol="0">
            <a:spAutoFit/>
            <a:scene3d>
              <a:camera prst="orthographicFront"/>
              <a:lightRig rig="threePt" dir="t"/>
            </a:scene3d>
            <a:sp3d contourW="12700"/>
          </a:bodyPr>
          <a:lstStyle/>
          <a:p>
            <a:pPr>
              <a:lnSpc>
                <a:spcPct val="150000"/>
              </a:lnSpc>
            </a:pPr>
            <a:r>
              <a:rPr lang="en-US" altLang="zh-CN" sz="2800" b="1">
                <a:latin typeface="宋体" panose="02010600030101010101" pitchFamily="2" charset="-122"/>
                <a:ea typeface="宋体" panose="02010600030101010101" pitchFamily="2" charset="-122"/>
              </a:rPr>
              <a:t>“Lobster” = OpenClaw</a:t>
            </a:r>
            <a:endParaRPr lang="en-US" altLang="zh-CN" sz="2800" b="1">
              <a:latin typeface="宋体" panose="02010600030101010101" pitchFamily="2" charset="-122"/>
              <a:ea typeface="宋体" panose="02010600030101010101" pitchFamily="2" charset="-122"/>
            </a:endParaRPr>
          </a:p>
          <a:p>
            <a:pPr>
              <a:lnSpc>
                <a:spcPct val="150000"/>
              </a:lnSpc>
            </a:pPr>
            <a:r>
              <a:rPr lang="en-US" altLang="zh-CN" sz="2400" b="1">
                <a:latin typeface="宋体" panose="02010600030101010101" pitchFamily="2" charset="-122"/>
                <a:ea typeface="宋体" panose="02010600030101010101" pitchFamily="2" charset="-122"/>
              </a:rPr>
              <a:t>An open-source AI agent that acts, not just chats.</a:t>
            </a:r>
            <a:endParaRPr lang="en-US" altLang="zh-CN" sz="2400" b="1">
              <a:latin typeface="宋体" panose="02010600030101010101" pitchFamily="2" charset="-122"/>
              <a:ea typeface="宋体" panose="02010600030101010101" pitchFamily="2" charset="-122"/>
            </a:endParaRPr>
          </a:p>
          <a:p>
            <a:pPr>
              <a:lnSpc>
                <a:spcPct val="150000"/>
              </a:lnSpc>
            </a:pPr>
            <a:endParaRPr lang="en-US" altLang="zh-CN" sz="2400" b="1">
              <a:latin typeface="宋体" panose="02010600030101010101" pitchFamily="2" charset="-122"/>
              <a:ea typeface="宋体" panose="02010600030101010101" pitchFamily="2" charset="-122"/>
            </a:endParaRPr>
          </a:p>
          <a:p>
            <a:pPr>
              <a:lnSpc>
                <a:spcPct val="150000"/>
              </a:lnSpc>
            </a:pPr>
            <a:r>
              <a:rPr lang="en-US" altLang="zh-CN" sz="2400" b="1">
                <a:latin typeface="宋体" panose="02010600030101010101" pitchFamily="2" charset="-122"/>
                <a:ea typeface="宋体" panose="02010600030101010101" pitchFamily="2" charset="-122"/>
              </a:rPr>
              <a:t>It doesn't just answer questions; it executes tasks.</a:t>
            </a:r>
            <a:endParaRPr lang="en-US" altLang="zh-CN" sz="2400" b="1">
              <a:latin typeface="宋体" panose="02010600030101010101" pitchFamily="2" charset="-122"/>
              <a:ea typeface="宋体" panose="02010600030101010101" pitchFamily="2" charset="-122"/>
            </a:endParaRPr>
          </a:p>
          <a:p>
            <a:pPr>
              <a:lnSpc>
                <a:spcPct val="150000"/>
              </a:lnSpc>
            </a:pPr>
            <a:r>
              <a:rPr lang="en-US" altLang="zh-CN" sz="2400" b="1">
                <a:latin typeface="宋体" panose="02010600030101010101" pitchFamily="2" charset="-122"/>
                <a:ea typeface="宋体" panose="02010600030101010101" pitchFamily="2" charset="-122"/>
              </a:rPr>
              <a:t>Think of it as a colleague, not a search bar.</a:t>
            </a:r>
            <a:endParaRPr lang="en-US" altLang="zh-CN" sz="2400" b="1">
              <a:latin typeface="宋体" panose="02010600030101010101" pitchFamily="2" charset="-122"/>
              <a:ea typeface="宋体" panose="02010600030101010101" pitchFamily="2" charset="-122"/>
            </a:endParaRPr>
          </a:p>
        </p:txBody>
      </p:sp>
      <p:sp>
        <p:nvSpPr>
          <p:cNvPr id="2" name="文本框 1"/>
          <p:cNvSpPr txBox="1"/>
          <p:nvPr/>
        </p:nvSpPr>
        <p:spPr>
          <a:xfrm>
            <a:off x="335280" y="979805"/>
            <a:ext cx="6231255" cy="460375"/>
          </a:xfrm>
          <a:prstGeom prst="rect">
            <a:avLst/>
          </a:prstGeom>
          <a:noFill/>
        </p:spPr>
        <p:txBody>
          <a:bodyPr wrap="square" rtlCol="0">
            <a:spAutoFit/>
          </a:bodyPr>
          <a:p>
            <a:r>
              <a:rPr lang="en-US" altLang="zh-CN" sz="2400">
                <a:latin typeface="宋体" panose="02010600030101010101" pitchFamily="2" charset="-122"/>
                <a:ea typeface="宋体" panose="02010600030101010101" pitchFamily="2" charset="-122"/>
              </a:rPr>
              <a:t>--The Origin &amp; the Rise</a:t>
            </a:r>
            <a:endParaRPr lang="en-US" altLang="zh-CN" sz="2400">
              <a:latin typeface="宋体" panose="02010600030101010101" pitchFamily="2" charset="-122"/>
              <a:ea typeface="宋体" panose="02010600030101010101" pitchFamily="2" charset="-122"/>
            </a:endParaRPr>
          </a:p>
        </p:txBody>
      </p:sp>
      <p:pic>
        <p:nvPicPr>
          <p:cNvPr id="4" name="图片 3"/>
          <p:cNvPicPr>
            <a:picLocks noChangeAspect="1"/>
          </p:cNvPicPr>
          <p:nvPr/>
        </p:nvPicPr>
        <p:blipFill>
          <a:blip r:embed="rId1"/>
          <a:stretch>
            <a:fillRect/>
          </a:stretch>
        </p:blipFill>
        <p:spPr>
          <a:xfrm>
            <a:off x="111760" y="2321560"/>
            <a:ext cx="5080000" cy="33845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1444321" y="3153628"/>
            <a:ext cx="550743" cy="550743"/>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椭圆 7"/>
          <p:cNvSpPr/>
          <p:nvPr/>
        </p:nvSpPr>
        <p:spPr>
          <a:xfrm>
            <a:off x="10924451" y="5771427"/>
            <a:ext cx="825433" cy="82543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椭圆 8"/>
          <p:cNvSpPr/>
          <p:nvPr/>
        </p:nvSpPr>
        <p:spPr>
          <a:xfrm>
            <a:off x="9721134" y="771046"/>
            <a:ext cx="208931" cy="20893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任意多边形: 形状 10"/>
          <p:cNvSpPr/>
          <p:nvPr/>
        </p:nvSpPr>
        <p:spPr>
          <a:xfrm flipH="1">
            <a:off x="10482279" y="0"/>
            <a:ext cx="1709721" cy="1542092"/>
          </a:xfrm>
          <a:custGeom>
            <a:avLst/>
            <a:gdLst>
              <a:gd name="connsiteX0" fmla="*/ 0 w 1709721"/>
              <a:gd name="connsiteY0" fmla="*/ 0 h 1542092"/>
              <a:gd name="connsiteX1" fmla="*/ 1709721 w 1709721"/>
              <a:gd name="connsiteY1" fmla="*/ 0 h 1542092"/>
              <a:gd name="connsiteX2" fmla="*/ 1683816 w 1709721"/>
              <a:gd name="connsiteY2" fmla="*/ 169743 h 1542092"/>
              <a:gd name="connsiteX3" fmla="*/ 0 w 1709721"/>
              <a:gd name="connsiteY3" fmla="*/ 1542092 h 1542092"/>
            </a:gdLst>
            <a:ahLst/>
            <a:cxnLst>
              <a:cxn ang="0">
                <a:pos x="connsiteX0" y="connsiteY0"/>
              </a:cxn>
              <a:cxn ang="0">
                <a:pos x="connsiteX1" y="connsiteY1"/>
              </a:cxn>
              <a:cxn ang="0">
                <a:pos x="connsiteX2" y="connsiteY2"/>
              </a:cxn>
              <a:cxn ang="0">
                <a:pos x="connsiteX3" y="connsiteY3"/>
              </a:cxn>
            </a:cxnLst>
            <a:rect l="l" t="t" r="r" b="b"/>
            <a:pathLst>
              <a:path w="1709721" h="1542092">
                <a:moveTo>
                  <a:pt x="0" y="0"/>
                </a:moveTo>
                <a:lnTo>
                  <a:pt x="1709721" y="0"/>
                </a:lnTo>
                <a:lnTo>
                  <a:pt x="1683816" y="169743"/>
                </a:lnTo>
                <a:cubicBezTo>
                  <a:pt x="1523550" y="952941"/>
                  <a:pt x="830577" y="1542092"/>
                  <a:pt x="0" y="15420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sz="1600">
              <a:solidFill>
                <a:schemeClr val="bg1"/>
              </a:solidFill>
              <a:latin typeface="+mj-ea"/>
              <a:ea typeface="+mj-ea"/>
            </a:endParaRPr>
          </a:p>
        </p:txBody>
      </p:sp>
      <p:sp>
        <p:nvSpPr>
          <p:cNvPr id="14" name="文本框 13"/>
          <p:cNvSpPr txBox="1"/>
          <p:nvPr/>
        </p:nvSpPr>
        <p:spPr>
          <a:xfrm>
            <a:off x="-193" y="249193"/>
            <a:ext cx="7226300" cy="768350"/>
          </a:xfrm>
          <a:prstGeom prst="rect">
            <a:avLst/>
          </a:prstGeom>
          <a:noFill/>
        </p:spPr>
        <p:txBody>
          <a:bodyPr wrap="none" rtlCol="0">
            <a:spAutoFit/>
            <a:scene3d>
              <a:camera prst="orthographicFront"/>
              <a:lightRig rig="threePt" dir="t"/>
            </a:scene3d>
            <a:sp3d contourW="12700"/>
          </a:bodyPr>
          <a:lstStyle/>
          <a:p>
            <a:pPr algn="ctr"/>
            <a:r>
              <a:rPr lang="en-US" altLang="zh-CN" sz="4400" b="1" dirty="0">
                <a:solidFill>
                  <a:srgbClr val="FF0000"/>
                </a:solidFill>
                <a:latin typeface="宋体" panose="02010600030101010101" pitchFamily="2" charset="-122"/>
                <a:ea typeface="宋体" panose="02010600030101010101" pitchFamily="2" charset="-122"/>
                <a:cs typeface="+mn-ea"/>
                <a:sym typeface="+mn-lt"/>
              </a:rPr>
              <a:t>What is“Lobster Fever”?</a:t>
            </a:r>
            <a:endParaRPr lang="en-US" altLang="zh-CN" sz="4400" b="1" dirty="0">
              <a:solidFill>
                <a:srgbClr val="FF0000"/>
              </a:solidFill>
              <a:latin typeface="宋体" panose="02010600030101010101" pitchFamily="2" charset="-122"/>
              <a:ea typeface="宋体" panose="02010600030101010101" pitchFamily="2" charset="-122"/>
              <a:cs typeface="+mn-ea"/>
              <a:sym typeface="+mn-lt"/>
            </a:endParaRPr>
          </a:p>
        </p:txBody>
      </p:sp>
      <p:sp>
        <p:nvSpPr>
          <p:cNvPr id="15" name="文本框 14"/>
          <p:cNvSpPr txBox="1"/>
          <p:nvPr/>
        </p:nvSpPr>
        <p:spPr>
          <a:xfrm>
            <a:off x="5847080" y="1017270"/>
            <a:ext cx="5749290" cy="2399665"/>
          </a:xfrm>
          <a:prstGeom prst="rect">
            <a:avLst/>
          </a:prstGeom>
          <a:noFill/>
        </p:spPr>
        <p:txBody>
          <a:bodyPr wrap="square" rtlCol="0">
            <a:spAutoFit/>
            <a:scene3d>
              <a:camera prst="orthographicFront"/>
              <a:lightRig rig="threePt" dir="t"/>
            </a:scene3d>
            <a:sp3d contourW="12700"/>
          </a:bodyPr>
          <a:lstStyle/>
          <a:p>
            <a:pPr>
              <a:lnSpc>
                <a:spcPct val="150000"/>
              </a:lnSpc>
            </a:pPr>
            <a:r>
              <a:rPr lang="en-US" altLang="zh-CN" sz="2800" b="1">
                <a:latin typeface="宋体" panose="02010600030101010101" pitchFamily="2" charset="-122"/>
                <a:ea typeface="宋体" panose="02010600030101010101" pitchFamily="2" charset="-122"/>
              </a:rPr>
              <a:t>The spark:</a:t>
            </a:r>
            <a:r>
              <a:rPr lang="en-US" altLang="zh-CN" sz="2400" b="1">
                <a:latin typeface="宋体" panose="02010600030101010101" pitchFamily="2" charset="-122"/>
                <a:ea typeface="宋体" panose="02010600030101010101" pitchFamily="2" charset="-122"/>
              </a:rPr>
              <a:t> </a:t>
            </a:r>
            <a:r>
              <a:rPr lang="en-US" altLang="zh-CN" sz="2400">
                <a:latin typeface="宋体" panose="02010600030101010101" pitchFamily="2" charset="-122"/>
                <a:ea typeface="宋体" panose="02010600030101010101" pitchFamily="2" charset="-122"/>
              </a:rPr>
              <a:t>February 2026 — founder joins OpenAI, project shifts to open-source foundation, backed by Shenzhen government.</a:t>
            </a:r>
            <a:endParaRPr lang="en-US" altLang="zh-CN" sz="2400">
              <a:latin typeface="宋体" panose="02010600030101010101" pitchFamily="2" charset="-122"/>
              <a:ea typeface="宋体" panose="02010600030101010101" pitchFamily="2" charset="-122"/>
            </a:endParaRPr>
          </a:p>
        </p:txBody>
      </p:sp>
      <p:sp>
        <p:nvSpPr>
          <p:cNvPr id="2" name="文本框 1"/>
          <p:cNvSpPr txBox="1"/>
          <p:nvPr/>
        </p:nvSpPr>
        <p:spPr>
          <a:xfrm>
            <a:off x="335280" y="979805"/>
            <a:ext cx="6231255" cy="460375"/>
          </a:xfrm>
          <a:prstGeom prst="rect">
            <a:avLst/>
          </a:prstGeom>
          <a:noFill/>
        </p:spPr>
        <p:txBody>
          <a:bodyPr wrap="square" rtlCol="0">
            <a:spAutoFit/>
          </a:bodyPr>
          <a:p>
            <a:r>
              <a:rPr lang="en-US" altLang="zh-CN" sz="2400">
                <a:latin typeface="宋体" panose="02010600030101010101" pitchFamily="2" charset="-122"/>
                <a:ea typeface="宋体" panose="02010600030101010101" pitchFamily="2" charset="-122"/>
              </a:rPr>
              <a:t>--The Origin &amp; the Rise</a:t>
            </a:r>
            <a:endParaRPr lang="en-US" altLang="zh-CN" sz="2400">
              <a:latin typeface="宋体" panose="02010600030101010101" pitchFamily="2" charset="-122"/>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140970" y="2100580"/>
            <a:ext cx="5706110" cy="3825240"/>
          </a:xfrm>
          <a:prstGeom prst="rect">
            <a:avLst/>
          </a:prstGeom>
        </p:spPr>
      </p:pic>
      <p:sp>
        <p:nvSpPr>
          <p:cNvPr id="4" name="文本框 3"/>
          <p:cNvSpPr txBox="1"/>
          <p:nvPr/>
        </p:nvSpPr>
        <p:spPr>
          <a:xfrm>
            <a:off x="5974080" y="3827780"/>
            <a:ext cx="5749290" cy="2399665"/>
          </a:xfrm>
          <a:prstGeom prst="rect">
            <a:avLst/>
          </a:prstGeom>
          <a:noFill/>
        </p:spPr>
        <p:txBody>
          <a:bodyPr wrap="square" rtlCol="0">
            <a:spAutoFit/>
            <a:scene3d>
              <a:camera prst="orthographicFront"/>
              <a:lightRig rig="threePt" dir="t"/>
            </a:scene3d>
            <a:sp3d contourW="12700"/>
          </a:bodyPr>
          <a:lstStyle/>
          <a:p>
            <a:pPr>
              <a:lnSpc>
                <a:spcPct val="150000"/>
              </a:lnSpc>
            </a:pPr>
            <a:r>
              <a:rPr lang="en-US" altLang="zh-CN" sz="2800" b="1">
                <a:latin typeface="宋体" panose="02010600030101010101" pitchFamily="2" charset="-122"/>
                <a:ea typeface="宋体" panose="02010600030101010101" pitchFamily="2" charset="-122"/>
              </a:rPr>
              <a:t>The explosion: </a:t>
            </a:r>
            <a:r>
              <a:rPr lang="en-US" altLang="zh-CN" sz="2400">
                <a:latin typeface="宋体" panose="02010600030101010101" pitchFamily="2" charset="-122"/>
                <a:ea typeface="宋体" panose="02010600030101010101" pitchFamily="2" charset="-122"/>
              </a:rPr>
              <a:t>GitHub stars spike (show graph). Why? It connects to WhatsApp/Telegram, has plugins, and remembers things.</a:t>
            </a:r>
            <a:endParaRPr lang="en-US" altLang="zh-CN" sz="240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4" grpId="0"/>
      <p:bldP spid="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1444321" y="3153628"/>
            <a:ext cx="550743" cy="550743"/>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椭圆 7"/>
          <p:cNvSpPr/>
          <p:nvPr/>
        </p:nvSpPr>
        <p:spPr>
          <a:xfrm>
            <a:off x="10924451" y="5771427"/>
            <a:ext cx="825433" cy="82543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椭圆 8"/>
          <p:cNvSpPr/>
          <p:nvPr/>
        </p:nvSpPr>
        <p:spPr>
          <a:xfrm>
            <a:off x="9721134" y="771046"/>
            <a:ext cx="208931" cy="20893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任意多边形: 形状 10"/>
          <p:cNvSpPr/>
          <p:nvPr/>
        </p:nvSpPr>
        <p:spPr>
          <a:xfrm flipH="1">
            <a:off x="10482279" y="0"/>
            <a:ext cx="1709721" cy="1542092"/>
          </a:xfrm>
          <a:custGeom>
            <a:avLst/>
            <a:gdLst>
              <a:gd name="connsiteX0" fmla="*/ 0 w 1709721"/>
              <a:gd name="connsiteY0" fmla="*/ 0 h 1542092"/>
              <a:gd name="connsiteX1" fmla="*/ 1709721 w 1709721"/>
              <a:gd name="connsiteY1" fmla="*/ 0 h 1542092"/>
              <a:gd name="connsiteX2" fmla="*/ 1683816 w 1709721"/>
              <a:gd name="connsiteY2" fmla="*/ 169743 h 1542092"/>
              <a:gd name="connsiteX3" fmla="*/ 0 w 1709721"/>
              <a:gd name="connsiteY3" fmla="*/ 1542092 h 1542092"/>
            </a:gdLst>
            <a:ahLst/>
            <a:cxnLst>
              <a:cxn ang="0">
                <a:pos x="connsiteX0" y="connsiteY0"/>
              </a:cxn>
              <a:cxn ang="0">
                <a:pos x="connsiteX1" y="connsiteY1"/>
              </a:cxn>
              <a:cxn ang="0">
                <a:pos x="connsiteX2" y="connsiteY2"/>
              </a:cxn>
              <a:cxn ang="0">
                <a:pos x="connsiteX3" y="connsiteY3"/>
              </a:cxn>
            </a:cxnLst>
            <a:rect l="l" t="t" r="r" b="b"/>
            <a:pathLst>
              <a:path w="1709721" h="1542092">
                <a:moveTo>
                  <a:pt x="0" y="0"/>
                </a:moveTo>
                <a:lnTo>
                  <a:pt x="1709721" y="0"/>
                </a:lnTo>
                <a:lnTo>
                  <a:pt x="1683816" y="169743"/>
                </a:lnTo>
                <a:cubicBezTo>
                  <a:pt x="1523550" y="952941"/>
                  <a:pt x="830577" y="1542092"/>
                  <a:pt x="0" y="15420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sz="1600">
              <a:solidFill>
                <a:schemeClr val="bg1"/>
              </a:solidFill>
              <a:latin typeface="+mj-ea"/>
              <a:ea typeface="+mj-ea"/>
            </a:endParaRPr>
          </a:p>
        </p:txBody>
      </p:sp>
      <p:sp>
        <p:nvSpPr>
          <p:cNvPr id="14" name="文本框 13"/>
          <p:cNvSpPr txBox="1"/>
          <p:nvPr/>
        </p:nvSpPr>
        <p:spPr>
          <a:xfrm>
            <a:off x="-193" y="249193"/>
            <a:ext cx="7226300" cy="768350"/>
          </a:xfrm>
          <a:prstGeom prst="rect">
            <a:avLst/>
          </a:prstGeom>
          <a:noFill/>
        </p:spPr>
        <p:txBody>
          <a:bodyPr wrap="none" rtlCol="0">
            <a:spAutoFit/>
            <a:scene3d>
              <a:camera prst="orthographicFront"/>
              <a:lightRig rig="threePt" dir="t"/>
            </a:scene3d>
            <a:sp3d contourW="12700"/>
          </a:bodyPr>
          <a:lstStyle/>
          <a:p>
            <a:pPr algn="ctr"/>
            <a:r>
              <a:rPr lang="en-US" altLang="zh-CN" sz="4400" b="1" dirty="0">
                <a:solidFill>
                  <a:srgbClr val="FF0000"/>
                </a:solidFill>
                <a:latin typeface="宋体" panose="02010600030101010101" pitchFamily="2" charset="-122"/>
                <a:ea typeface="宋体" panose="02010600030101010101" pitchFamily="2" charset="-122"/>
                <a:cs typeface="+mn-ea"/>
                <a:sym typeface="+mn-lt"/>
              </a:rPr>
              <a:t>What is“Lobster Fever”?</a:t>
            </a:r>
            <a:endParaRPr lang="en-US" altLang="zh-CN" sz="4400" b="1" dirty="0">
              <a:solidFill>
                <a:srgbClr val="FF0000"/>
              </a:solidFill>
              <a:latin typeface="宋体" panose="02010600030101010101" pitchFamily="2" charset="-122"/>
              <a:ea typeface="宋体" panose="02010600030101010101" pitchFamily="2" charset="-122"/>
              <a:cs typeface="+mn-ea"/>
              <a:sym typeface="+mn-lt"/>
            </a:endParaRPr>
          </a:p>
        </p:txBody>
      </p:sp>
      <p:sp>
        <p:nvSpPr>
          <p:cNvPr id="15" name="文本框 14"/>
          <p:cNvSpPr txBox="1"/>
          <p:nvPr/>
        </p:nvSpPr>
        <p:spPr>
          <a:xfrm>
            <a:off x="672465" y="1711325"/>
            <a:ext cx="9257665" cy="3692525"/>
          </a:xfrm>
          <a:prstGeom prst="rect">
            <a:avLst/>
          </a:prstGeom>
          <a:noFill/>
        </p:spPr>
        <p:txBody>
          <a:bodyPr wrap="square" rtlCol="0">
            <a:spAutoFit/>
            <a:scene3d>
              <a:camera prst="orthographicFront"/>
              <a:lightRig rig="threePt" dir="t"/>
            </a:scene3d>
            <a:sp3d contourW="12700"/>
          </a:bodyPr>
          <a:lstStyle/>
          <a:p>
            <a:pPr>
              <a:lnSpc>
                <a:spcPct val="150000"/>
              </a:lnSpc>
            </a:pPr>
            <a:r>
              <a:rPr lang="en-US" altLang="zh-CN" sz="2800" b="1">
                <a:latin typeface="宋体" panose="02010600030101010101" pitchFamily="2" charset="-122"/>
                <a:ea typeface="宋体" panose="02010600030101010101" pitchFamily="2" charset="-122"/>
              </a:rPr>
              <a:t>Founder joins OpenAI:</a:t>
            </a:r>
            <a:r>
              <a:rPr lang="en-US" altLang="zh-CN" sz="2400">
                <a:latin typeface="宋体" panose="02010600030101010101" pitchFamily="2" charset="-122"/>
                <a:ea typeface="宋体" panose="02010600030101010101" pitchFamily="2" charset="-122"/>
              </a:rPr>
              <a:t> Peter Steinberger joins OpenAI on Feb 14, 2026</a:t>
            </a:r>
            <a:endParaRPr lang="en-US" altLang="zh-CN" sz="2400">
              <a:latin typeface="宋体" panose="02010600030101010101" pitchFamily="2" charset="-122"/>
              <a:ea typeface="宋体" panose="02010600030101010101" pitchFamily="2" charset="-122"/>
            </a:endParaRPr>
          </a:p>
          <a:p>
            <a:pPr>
              <a:lnSpc>
                <a:spcPct val="150000"/>
              </a:lnSpc>
            </a:pPr>
            <a:r>
              <a:rPr lang="en-US" altLang="zh-CN" sz="2800" b="1">
                <a:latin typeface="宋体" panose="02010600030101010101" pitchFamily="2" charset="-122"/>
                <a:ea typeface="宋体" panose="02010600030101010101" pitchFamily="2" charset="-122"/>
              </a:rPr>
              <a:t>Project transitions:</a:t>
            </a:r>
            <a:r>
              <a:rPr lang="en-US" altLang="zh-CN" sz="2400">
                <a:latin typeface="宋体" panose="02010600030101010101" pitchFamily="2" charset="-122"/>
                <a:ea typeface="宋体" panose="02010600030101010101" pitchFamily="2" charset="-122"/>
              </a:rPr>
              <a:t> OpenClaw becomes a foundation‑run open-source project</a:t>
            </a:r>
            <a:endParaRPr lang="en-US" altLang="zh-CN" sz="2400">
              <a:latin typeface="宋体" panose="02010600030101010101" pitchFamily="2" charset="-122"/>
              <a:ea typeface="宋体" panose="02010600030101010101" pitchFamily="2" charset="-122"/>
            </a:endParaRPr>
          </a:p>
          <a:p>
            <a:pPr>
              <a:lnSpc>
                <a:spcPct val="150000"/>
              </a:lnSpc>
            </a:pPr>
            <a:r>
              <a:rPr lang="en-US" altLang="zh-CN" sz="2800" b="1">
                <a:latin typeface="宋体" panose="02010600030101010101" pitchFamily="2" charset="-122"/>
                <a:ea typeface="宋体" panose="02010600030101010101" pitchFamily="2" charset="-122"/>
              </a:rPr>
              <a:t>Government support:</a:t>
            </a:r>
            <a:r>
              <a:rPr lang="en-US" altLang="zh-CN" sz="2400">
                <a:latin typeface="宋体" panose="02010600030101010101" pitchFamily="2" charset="-122"/>
                <a:ea typeface="宋体" panose="02010600030101010101" pitchFamily="2" charset="-122"/>
              </a:rPr>
              <a:t> Backed by Shenzhen municipal government</a:t>
            </a:r>
            <a:endParaRPr lang="en-US" altLang="zh-CN" sz="2400">
              <a:latin typeface="宋体" panose="02010600030101010101" pitchFamily="2" charset="-122"/>
              <a:ea typeface="宋体" panose="02010600030101010101" pitchFamily="2" charset="-122"/>
            </a:endParaRPr>
          </a:p>
        </p:txBody>
      </p:sp>
      <p:sp>
        <p:nvSpPr>
          <p:cNvPr id="2" name="文本框 1"/>
          <p:cNvSpPr txBox="1"/>
          <p:nvPr/>
        </p:nvSpPr>
        <p:spPr>
          <a:xfrm>
            <a:off x="335280" y="979805"/>
            <a:ext cx="6231255" cy="460375"/>
          </a:xfrm>
          <a:prstGeom prst="rect">
            <a:avLst/>
          </a:prstGeom>
          <a:noFill/>
        </p:spPr>
        <p:txBody>
          <a:bodyPr wrap="square" rtlCol="0">
            <a:spAutoFit/>
          </a:bodyPr>
          <a:p>
            <a:r>
              <a:rPr lang="en-US" altLang="zh-CN" sz="2400">
                <a:latin typeface="宋体" panose="02010600030101010101" pitchFamily="2" charset="-122"/>
                <a:ea typeface="宋体" panose="02010600030101010101" pitchFamily="2" charset="-122"/>
              </a:rPr>
              <a:t>--The Origin &amp; the Rise</a:t>
            </a:r>
            <a:endParaRPr lang="en-US" altLang="zh-CN" sz="2400">
              <a:latin typeface="宋体" panose="02010600030101010101" pitchFamily="2" charset="-122"/>
              <a:ea typeface="宋体" panose="02010600030101010101" pitchFamily="2" charset="-122"/>
            </a:endParaRPr>
          </a:p>
        </p:txBody>
      </p:sp>
      <p:sp>
        <p:nvSpPr>
          <p:cNvPr id="5" name="文本框 4"/>
          <p:cNvSpPr txBox="1"/>
          <p:nvPr/>
        </p:nvSpPr>
        <p:spPr>
          <a:xfrm>
            <a:off x="1183005" y="2263775"/>
            <a:ext cx="10261600" cy="1028700"/>
          </a:xfrm>
          <a:prstGeom prst="rect">
            <a:avLst/>
          </a:prstGeom>
          <a:noFill/>
        </p:spPr>
        <p:txBody>
          <a:bodyPr wrap="square" rtlCol="0">
            <a:noAutofit/>
          </a:bodyPr>
          <a:p>
            <a:r>
              <a:rPr lang="en-US" altLang="zh-CN" sz="9600" b="1">
                <a:solidFill>
                  <a:schemeClr val="accent4">
                    <a:lumMod val="50000"/>
                  </a:schemeClr>
                </a:solidFill>
                <a:effectLst>
                  <a:outerShdw blurRad="38100" dist="38100" dir="2700000" algn="tl">
                    <a:srgbClr val="000000">
                      <a:alpha val="43137"/>
                    </a:srgbClr>
                  </a:outerShdw>
                </a:effectLst>
                <a:latin typeface="Impact" panose="020B0806030902050204" charset="0"/>
                <a:cs typeface="Impact" panose="020B0806030902050204" charset="0"/>
              </a:rPr>
              <a:t>What Happened </a:t>
            </a:r>
            <a:endParaRPr lang="en-US" altLang="zh-CN" sz="9600" b="1">
              <a:solidFill>
                <a:schemeClr val="accent4">
                  <a:lumMod val="50000"/>
                </a:schemeClr>
              </a:solidFill>
              <a:effectLst>
                <a:outerShdw blurRad="38100" dist="38100" dir="2700000" algn="tl">
                  <a:srgbClr val="000000">
                    <a:alpha val="43137"/>
                  </a:srgbClr>
                </a:outerShdw>
              </a:effectLst>
              <a:latin typeface="Impact" panose="020B0806030902050204" charset="0"/>
              <a:cs typeface="Impact" panose="020B0806030902050204" charset="0"/>
            </a:endParaRPr>
          </a:p>
          <a:p>
            <a:r>
              <a:rPr lang="en-US" altLang="zh-CN" sz="9600" b="1">
                <a:solidFill>
                  <a:schemeClr val="accent4">
                    <a:lumMod val="50000"/>
                  </a:schemeClr>
                </a:solidFill>
                <a:effectLst>
                  <a:outerShdw blurRad="38100" dist="38100" dir="2700000" algn="tl">
                    <a:srgbClr val="000000">
                      <a:alpha val="43137"/>
                    </a:srgbClr>
                  </a:outerShdw>
                </a:effectLst>
                <a:latin typeface="Impact" panose="020B0806030902050204" charset="0"/>
                <a:cs typeface="Impact" panose="020B0806030902050204" charset="0"/>
              </a:rPr>
              <a:t>in February?</a:t>
            </a:r>
            <a:endParaRPr lang="en-US" altLang="zh-CN" sz="9600" b="1">
              <a:solidFill>
                <a:schemeClr val="accent4">
                  <a:lumMod val="50000"/>
                </a:schemeClr>
              </a:solidFill>
              <a:effectLst>
                <a:outerShdw blurRad="38100" dist="38100" dir="2700000" algn="tl">
                  <a:srgbClr val="000000">
                    <a:alpha val="43137"/>
                  </a:srgbClr>
                </a:outerShdw>
              </a:effectLst>
              <a:latin typeface="Impact" panose="020B0806030902050204" charset="0"/>
              <a:cs typeface="Impact" panose="020B0806030902050204" charset="0"/>
            </a:endParaRPr>
          </a:p>
        </p:txBody>
      </p:sp>
      <p:sp>
        <p:nvSpPr>
          <p:cNvPr id="6" name="文本框 5"/>
          <p:cNvSpPr txBox="1"/>
          <p:nvPr/>
        </p:nvSpPr>
        <p:spPr>
          <a:xfrm>
            <a:off x="754380" y="5674995"/>
            <a:ext cx="8264525" cy="706755"/>
          </a:xfrm>
          <a:prstGeom prst="rect">
            <a:avLst/>
          </a:prstGeom>
          <a:noFill/>
        </p:spPr>
        <p:txBody>
          <a:bodyPr wrap="square" rtlCol="0">
            <a:spAutoFit/>
          </a:bodyPr>
          <a:p>
            <a:r>
              <a:rPr lang="en-US" altLang="zh-CN" sz="2000">
                <a:solidFill>
                  <a:srgbClr val="0070C0"/>
                </a:solidFill>
              </a:rPr>
              <a:t>“I want to change the world, not build a large enterprise.” </a:t>
            </a:r>
            <a:endParaRPr lang="en-US" altLang="zh-CN" sz="2000">
              <a:solidFill>
                <a:srgbClr val="0070C0"/>
              </a:solidFill>
            </a:endParaRPr>
          </a:p>
          <a:p>
            <a:pPr marL="3657600" lvl="8" indent="457200"/>
            <a:r>
              <a:rPr lang="en-US" altLang="zh-CN" sz="2000">
                <a:solidFill>
                  <a:srgbClr val="0070C0"/>
                </a:solidFill>
              </a:rPr>
              <a:t>                       — Peter Steinberger</a:t>
            </a:r>
            <a:endParaRPr lang="en-US" altLang="zh-CN" sz="200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7" dur="500"/>
                                        <p:tgtEl>
                                          <p:spTgt spid="5">
                                            <p:txEl>
                                              <p:pRg st="0" end="0"/>
                                            </p:txEl>
                                          </p:spTgt>
                                        </p:tgtEl>
                                        <p:attrNameLst>
                                          <p:attrName>ppt_y</p:attrName>
                                        </p:attrNameLst>
                                      </p:cBhvr>
                                      <p:tavLst>
                                        <p:tav tm="0">
                                          <p:val>
                                            <p:strVal val="ppt_y"/>
                                          </p:val>
                                        </p:tav>
                                        <p:tav tm="100000">
                                          <p:val>
                                            <p:strVal val="1+ppt_h/2"/>
                                          </p:val>
                                        </p:tav>
                                      </p:tavLst>
                                    </p:anim>
                                    <p:set>
                                      <p:cBhvr>
                                        <p:cTn id="8" dur="1" fill="hold">
                                          <p:stCondLst>
                                            <p:cond delay="499"/>
                                          </p:stCondLst>
                                        </p:cTn>
                                        <p:tgtEl>
                                          <p:spTgt spid="5">
                                            <p:txEl>
                                              <p:pRg st="0" end="0"/>
                                            </p:txEl>
                                          </p:spTgt>
                                        </p:tgtEl>
                                        <p:attrNameLst>
                                          <p:attrName>style.visibility</p:attrName>
                                        </p:attrNameLst>
                                      </p:cBhvr>
                                      <p:to>
                                        <p:strVal val="hidden"/>
                                      </p:to>
                                    </p:set>
                                  </p:childTnLst>
                                </p:cTn>
                              </p:par>
                              <p:par>
                                <p:cTn id="9" presetID="2" presetClass="exit" presetSubtype="4" fill="hold" nodeType="withEffect">
                                  <p:stCondLst>
                                    <p:cond delay="0"/>
                                  </p:stCondLst>
                                  <p:childTnLst>
                                    <p:anim calcmode="lin" valueType="num">
                                      <p:cBhvr additive="base">
                                        <p:cTn id="10" dur="500"/>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1" dur="500"/>
                                        <p:tgtEl>
                                          <p:spTgt spid="5">
                                            <p:txEl>
                                              <p:pRg st="1" end="1"/>
                                            </p:txEl>
                                          </p:spTgt>
                                        </p:tgtEl>
                                        <p:attrNameLst>
                                          <p:attrName>ppt_y</p:attrName>
                                        </p:attrNameLst>
                                      </p:cBhvr>
                                      <p:tavLst>
                                        <p:tav tm="0">
                                          <p:val>
                                            <p:strVal val="ppt_y"/>
                                          </p:val>
                                        </p:tav>
                                        <p:tav tm="100000">
                                          <p:val>
                                            <p:strVal val="1+ppt_h/2"/>
                                          </p:val>
                                        </p:tav>
                                      </p:tavLst>
                                    </p:anim>
                                    <p:set>
                                      <p:cBhvr>
                                        <p:cTn id="12" dur="1" fill="hold">
                                          <p:stCondLst>
                                            <p:cond delay="499"/>
                                          </p:stCondLst>
                                        </p:cTn>
                                        <p:tgtEl>
                                          <p:spTgt spid="5">
                                            <p:txEl>
                                              <p:pRg st="1" end="1"/>
                                            </p:txEl>
                                          </p:spTgt>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6" grpId="0"/>
      <p:bldP spid="6"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nvSpPr>
        <p:spPr>
          <a:xfrm>
            <a:off x="11444321" y="3153628"/>
            <a:ext cx="550743" cy="550743"/>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椭圆 7"/>
          <p:cNvSpPr/>
          <p:nvPr/>
        </p:nvSpPr>
        <p:spPr>
          <a:xfrm>
            <a:off x="10924451" y="5771427"/>
            <a:ext cx="825433" cy="82543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椭圆 8"/>
          <p:cNvSpPr/>
          <p:nvPr/>
        </p:nvSpPr>
        <p:spPr>
          <a:xfrm>
            <a:off x="9721134" y="771046"/>
            <a:ext cx="208931" cy="20893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1" name="任意多边形: 形状 10"/>
          <p:cNvSpPr/>
          <p:nvPr/>
        </p:nvSpPr>
        <p:spPr>
          <a:xfrm flipH="1">
            <a:off x="10482279" y="0"/>
            <a:ext cx="1709721" cy="1542092"/>
          </a:xfrm>
          <a:custGeom>
            <a:avLst/>
            <a:gdLst>
              <a:gd name="connsiteX0" fmla="*/ 0 w 1709721"/>
              <a:gd name="connsiteY0" fmla="*/ 0 h 1542092"/>
              <a:gd name="connsiteX1" fmla="*/ 1709721 w 1709721"/>
              <a:gd name="connsiteY1" fmla="*/ 0 h 1542092"/>
              <a:gd name="connsiteX2" fmla="*/ 1683816 w 1709721"/>
              <a:gd name="connsiteY2" fmla="*/ 169743 h 1542092"/>
              <a:gd name="connsiteX3" fmla="*/ 0 w 1709721"/>
              <a:gd name="connsiteY3" fmla="*/ 1542092 h 1542092"/>
            </a:gdLst>
            <a:ahLst/>
            <a:cxnLst>
              <a:cxn ang="0">
                <a:pos x="connsiteX0" y="connsiteY0"/>
              </a:cxn>
              <a:cxn ang="0">
                <a:pos x="connsiteX1" y="connsiteY1"/>
              </a:cxn>
              <a:cxn ang="0">
                <a:pos x="connsiteX2" y="connsiteY2"/>
              </a:cxn>
              <a:cxn ang="0">
                <a:pos x="connsiteX3" y="connsiteY3"/>
              </a:cxn>
            </a:cxnLst>
            <a:rect l="l" t="t" r="r" b="b"/>
            <a:pathLst>
              <a:path w="1709721" h="1542092">
                <a:moveTo>
                  <a:pt x="0" y="0"/>
                </a:moveTo>
                <a:lnTo>
                  <a:pt x="1709721" y="0"/>
                </a:lnTo>
                <a:lnTo>
                  <a:pt x="1683816" y="169743"/>
                </a:lnTo>
                <a:cubicBezTo>
                  <a:pt x="1523550" y="952941"/>
                  <a:pt x="830577" y="1542092"/>
                  <a:pt x="0" y="15420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sz="1600">
              <a:solidFill>
                <a:schemeClr val="bg1"/>
              </a:solidFill>
              <a:latin typeface="+mj-ea"/>
              <a:ea typeface="+mj-ea"/>
            </a:endParaRPr>
          </a:p>
        </p:txBody>
      </p:sp>
      <p:sp>
        <p:nvSpPr>
          <p:cNvPr id="14" name="文本框 13"/>
          <p:cNvSpPr txBox="1"/>
          <p:nvPr/>
        </p:nvSpPr>
        <p:spPr>
          <a:xfrm>
            <a:off x="-193" y="249193"/>
            <a:ext cx="7226300" cy="768350"/>
          </a:xfrm>
          <a:prstGeom prst="rect">
            <a:avLst/>
          </a:prstGeom>
          <a:noFill/>
        </p:spPr>
        <p:txBody>
          <a:bodyPr wrap="none" rtlCol="0">
            <a:spAutoFit/>
            <a:scene3d>
              <a:camera prst="orthographicFront"/>
              <a:lightRig rig="threePt" dir="t"/>
            </a:scene3d>
            <a:sp3d contourW="12700"/>
          </a:bodyPr>
          <a:lstStyle/>
          <a:p>
            <a:pPr algn="ctr"/>
            <a:r>
              <a:rPr lang="en-US" altLang="zh-CN" sz="4400" b="1" dirty="0">
                <a:solidFill>
                  <a:srgbClr val="FF0000"/>
                </a:solidFill>
                <a:latin typeface="宋体" panose="02010600030101010101" pitchFamily="2" charset="-122"/>
                <a:ea typeface="宋体" panose="02010600030101010101" pitchFamily="2" charset="-122"/>
                <a:cs typeface="+mn-ea"/>
                <a:sym typeface="+mn-lt"/>
              </a:rPr>
              <a:t>What is“Lobster Fever”?</a:t>
            </a:r>
            <a:endParaRPr lang="en-US" altLang="zh-CN" sz="4400" b="1" dirty="0">
              <a:solidFill>
                <a:srgbClr val="FF0000"/>
              </a:solidFill>
              <a:latin typeface="宋体" panose="02010600030101010101" pitchFamily="2" charset="-122"/>
              <a:ea typeface="宋体" panose="02010600030101010101" pitchFamily="2" charset="-122"/>
              <a:cs typeface="+mn-ea"/>
              <a:sym typeface="+mn-lt"/>
            </a:endParaRPr>
          </a:p>
        </p:txBody>
      </p:sp>
      <p:sp>
        <p:nvSpPr>
          <p:cNvPr id="2" name="文本框 1"/>
          <p:cNvSpPr txBox="1"/>
          <p:nvPr/>
        </p:nvSpPr>
        <p:spPr>
          <a:xfrm>
            <a:off x="335280" y="979805"/>
            <a:ext cx="6231255" cy="460375"/>
          </a:xfrm>
          <a:prstGeom prst="rect">
            <a:avLst/>
          </a:prstGeom>
          <a:noFill/>
        </p:spPr>
        <p:txBody>
          <a:bodyPr wrap="square" rtlCol="0">
            <a:spAutoFit/>
          </a:bodyPr>
          <a:p>
            <a:r>
              <a:rPr lang="en-US" altLang="zh-CN" sz="2400">
                <a:latin typeface="宋体" panose="02010600030101010101" pitchFamily="2" charset="-122"/>
                <a:ea typeface="宋体" panose="02010600030101010101" pitchFamily="2" charset="-122"/>
              </a:rPr>
              <a:t>--The Origin &amp; the Rise</a:t>
            </a:r>
            <a:endParaRPr lang="en-US" altLang="zh-CN" sz="2400">
              <a:latin typeface="宋体" panose="02010600030101010101" pitchFamily="2" charset="-122"/>
              <a:ea typeface="宋体" panose="02010600030101010101" pitchFamily="2" charset="-122"/>
            </a:endParaRPr>
          </a:p>
        </p:txBody>
      </p:sp>
      <p:graphicFrame>
        <p:nvGraphicFramePr>
          <p:cNvPr id="5" name="表格 4"/>
          <p:cNvGraphicFramePr/>
          <p:nvPr/>
        </p:nvGraphicFramePr>
        <p:xfrm>
          <a:off x="397510" y="1539875"/>
          <a:ext cx="10718800" cy="2911475"/>
        </p:xfrm>
        <a:graphic>
          <a:graphicData uri="http://schemas.openxmlformats.org/drawingml/2006/table">
            <a:tbl>
              <a:tblPr firstRow="1" bandRow="1">
                <a:tableStyleId>{5C22544A-7EE6-4342-B048-85BDC9FD1C3A}</a:tableStyleId>
              </a:tblPr>
              <a:tblGrid>
                <a:gridCol w="5359400"/>
                <a:gridCol w="5359400"/>
              </a:tblGrid>
              <a:tr h="558165">
                <a:tc>
                  <a:txBody>
                    <a:bodyPr/>
                    <a:p>
                      <a:pPr algn="ctr">
                        <a:buNone/>
                      </a:pPr>
                      <a:r>
                        <a:rPr lang="en-US" altLang="zh-CN">
                          <a:latin typeface="Arial" panose="020B0604020202020204" pitchFamily="34" charset="0"/>
                          <a:cs typeface="Arial" panose="020B0604020202020204" pitchFamily="34" charset="0"/>
                        </a:rPr>
                        <a:t>Traditional Chatbot</a:t>
                      </a:r>
                      <a:endParaRPr lang="en-US" altLang="zh-CN">
                        <a:latin typeface="Arial" panose="020B0604020202020204" pitchFamily="34" charset="0"/>
                        <a:cs typeface="Arial" panose="020B0604020202020204" pitchFamily="34" charset="0"/>
                      </a:endParaRPr>
                    </a:p>
                  </a:txBody>
                  <a:tcPr/>
                </a:tc>
                <a:tc>
                  <a:txBody>
                    <a:bodyPr/>
                    <a:p>
                      <a:pPr algn="ctr">
                        <a:buNone/>
                      </a:pPr>
                      <a:r>
                        <a:rPr lang="en-US" altLang="zh-CN">
                          <a:latin typeface="Arial" panose="020B0604020202020204" pitchFamily="34" charset="0"/>
                          <a:cs typeface="Arial" panose="020B0604020202020204" pitchFamily="34" charset="0"/>
                        </a:rPr>
                        <a:t>OpenClaw</a:t>
                      </a:r>
                      <a:endParaRPr lang="en-US" altLang="zh-CN">
                        <a:latin typeface="Arial" panose="020B0604020202020204" pitchFamily="34" charset="0"/>
                        <a:cs typeface="Arial" panose="020B0604020202020204" pitchFamily="34" charset="0"/>
                      </a:endParaRPr>
                    </a:p>
                  </a:txBody>
                  <a:tcPr/>
                </a:tc>
              </a:tr>
              <a:tr h="588010">
                <a:tc>
                  <a:txBody>
                    <a:bodyPr/>
                    <a:p>
                      <a:pPr algn="ctr">
                        <a:buNone/>
                      </a:pPr>
                      <a:r>
                        <a:rPr lang="en-US" altLang="zh-CN">
                          <a:latin typeface="Arial" panose="020B0604020202020204" pitchFamily="34" charset="0"/>
                          <a:cs typeface="Arial" panose="020B0604020202020204" pitchFamily="34" charset="0"/>
                        </a:rPr>
                        <a:t>Answers questions</a:t>
                      </a:r>
                      <a:endParaRPr lang="en-US" altLang="zh-CN">
                        <a:latin typeface="Arial" panose="020B0604020202020204" pitchFamily="34" charset="0"/>
                        <a:cs typeface="Arial" panose="020B0604020202020204" pitchFamily="34" charset="0"/>
                      </a:endParaRPr>
                    </a:p>
                  </a:txBody>
                  <a:tcPr/>
                </a:tc>
                <a:tc>
                  <a:txBody>
                    <a:bodyPr/>
                    <a:p>
                      <a:pPr algn="ctr">
                        <a:buNone/>
                      </a:pPr>
                      <a:r>
                        <a:rPr lang="en-US" altLang="zh-CN">
                          <a:latin typeface="Arial" panose="020B0604020202020204" pitchFamily="34" charset="0"/>
                          <a:cs typeface="Arial" panose="020B0604020202020204" pitchFamily="34" charset="0"/>
                        </a:rPr>
                        <a:t>Executes tasks</a:t>
                      </a:r>
                      <a:endParaRPr lang="en-US" altLang="zh-CN">
                        <a:latin typeface="Arial" panose="020B0604020202020204" pitchFamily="34" charset="0"/>
                        <a:cs typeface="Arial" panose="020B0604020202020204" pitchFamily="34" charset="0"/>
                      </a:endParaRPr>
                    </a:p>
                  </a:txBody>
                  <a:tcPr/>
                </a:tc>
              </a:tr>
              <a:tr h="588645">
                <a:tc>
                  <a:txBody>
                    <a:bodyPr/>
                    <a:p>
                      <a:pPr algn="ctr">
                        <a:buNone/>
                      </a:pPr>
                      <a:r>
                        <a:rPr lang="en-US" altLang="zh-CN">
                          <a:latin typeface="Arial" panose="020B0604020202020204" pitchFamily="34" charset="0"/>
                          <a:cs typeface="Arial" panose="020B0604020202020204" pitchFamily="34" charset="0"/>
                        </a:rPr>
                        <a:t>Passive -- waits for you</a:t>
                      </a:r>
                      <a:endParaRPr lang="en-US" altLang="zh-CN">
                        <a:latin typeface="Arial" panose="020B0604020202020204" pitchFamily="34" charset="0"/>
                        <a:cs typeface="Arial" panose="020B0604020202020204" pitchFamily="34" charset="0"/>
                      </a:endParaRPr>
                    </a:p>
                  </a:txBody>
                  <a:tcPr/>
                </a:tc>
                <a:tc>
                  <a:txBody>
                    <a:bodyPr/>
                    <a:p>
                      <a:pPr algn="ctr">
                        <a:buNone/>
                      </a:pPr>
                      <a:r>
                        <a:rPr lang="en-US" altLang="zh-CN">
                          <a:latin typeface="Arial" panose="020B0604020202020204" pitchFamily="34" charset="0"/>
                          <a:cs typeface="Arial" panose="020B0604020202020204" pitchFamily="34" charset="0"/>
                        </a:rPr>
                        <a:t>Active -- can initiate</a:t>
                      </a:r>
                      <a:endParaRPr lang="en-US" altLang="zh-CN">
                        <a:latin typeface="Arial" panose="020B0604020202020204" pitchFamily="34" charset="0"/>
                        <a:cs typeface="Arial" panose="020B0604020202020204" pitchFamily="34" charset="0"/>
                      </a:endParaRPr>
                    </a:p>
                  </a:txBody>
                  <a:tcPr/>
                </a:tc>
              </a:tr>
              <a:tr h="588010">
                <a:tc>
                  <a:txBody>
                    <a:bodyPr/>
                    <a:p>
                      <a:pPr algn="ctr">
                        <a:buNone/>
                      </a:pPr>
                      <a:r>
                        <a:rPr lang="en-US" altLang="zh-CN">
                          <a:latin typeface="Arial" panose="020B0604020202020204" pitchFamily="34" charset="0"/>
                          <a:cs typeface="Arial" panose="020B0604020202020204" pitchFamily="34" charset="0"/>
                        </a:rPr>
                        <a:t>Suggests what to do </a:t>
                      </a:r>
                      <a:endParaRPr lang="en-US" altLang="zh-CN">
                        <a:latin typeface="Arial" panose="020B0604020202020204" pitchFamily="34" charset="0"/>
                        <a:cs typeface="Arial" panose="020B0604020202020204" pitchFamily="34" charset="0"/>
                      </a:endParaRPr>
                    </a:p>
                  </a:txBody>
                  <a:tcPr/>
                </a:tc>
                <a:tc>
                  <a:txBody>
                    <a:bodyPr/>
                    <a:p>
                      <a:pPr algn="ctr">
                        <a:buNone/>
                      </a:pPr>
                      <a:r>
                        <a:rPr lang="en-US" altLang="zh-CN">
                          <a:latin typeface="Arial" panose="020B0604020202020204" pitchFamily="34" charset="0"/>
                          <a:cs typeface="Arial" panose="020B0604020202020204" pitchFamily="34" charset="0"/>
                        </a:rPr>
                        <a:t>Does it for you</a:t>
                      </a:r>
                      <a:endParaRPr lang="en-US" altLang="zh-CN">
                        <a:latin typeface="Arial" panose="020B0604020202020204" pitchFamily="34" charset="0"/>
                        <a:cs typeface="Arial" panose="020B0604020202020204" pitchFamily="34" charset="0"/>
                      </a:endParaRPr>
                    </a:p>
                  </a:txBody>
                  <a:tcPr/>
                </a:tc>
              </a:tr>
              <a:tr h="588645">
                <a:tc>
                  <a:txBody>
                    <a:bodyPr/>
                    <a:p>
                      <a:pPr algn="ctr">
                        <a:buNone/>
                      </a:pPr>
                      <a:r>
                        <a:rPr lang="en-US" altLang="zh-CN">
                          <a:latin typeface="Arial" panose="020B0604020202020204" pitchFamily="34" charset="0"/>
                          <a:cs typeface="Arial" panose="020B0604020202020204" pitchFamily="34" charset="0"/>
                        </a:rPr>
                        <a:t>“Copliot”</a:t>
                      </a:r>
                      <a:endParaRPr lang="en-US" altLang="zh-CN">
                        <a:latin typeface="Arial" panose="020B0604020202020204" pitchFamily="34" charset="0"/>
                        <a:cs typeface="Arial" panose="020B0604020202020204" pitchFamily="34" charset="0"/>
                      </a:endParaRPr>
                    </a:p>
                  </a:txBody>
                  <a:tcPr/>
                </a:tc>
                <a:tc>
                  <a:txBody>
                    <a:bodyPr/>
                    <a:p>
                      <a:pPr algn="ctr">
                        <a:buNone/>
                      </a:pPr>
                      <a:r>
                        <a:rPr lang="en-US" altLang="zh-CN">
                          <a:latin typeface="Arial" panose="020B0604020202020204" pitchFamily="34" charset="0"/>
                          <a:cs typeface="Arial" panose="020B0604020202020204" pitchFamily="34" charset="0"/>
                        </a:rPr>
                        <a:t>“Colleague”</a:t>
                      </a:r>
                      <a:endParaRPr lang="en-US" altLang="zh-CN">
                        <a:latin typeface="Arial" panose="020B0604020202020204" pitchFamily="34" charset="0"/>
                        <a:cs typeface="Arial" panose="020B0604020202020204" pitchFamily="34" charset="0"/>
                      </a:endParaRPr>
                    </a:p>
                  </a:txBody>
                  <a:tcPr/>
                </a:tc>
              </a:tr>
            </a:tbl>
          </a:graphicData>
        </a:graphic>
      </p:graphicFrame>
      <p:pic>
        <p:nvPicPr>
          <p:cNvPr id="6" name="图片 5"/>
          <p:cNvPicPr>
            <a:picLocks noChangeAspect="1"/>
          </p:cNvPicPr>
          <p:nvPr/>
        </p:nvPicPr>
        <p:blipFill>
          <a:blip r:embed="rId1"/>
          <a:stretch>
            <a:fillRect/>
          </a:stretch>
        </p:blipFill>
        <p:spPr>
          <a:xfrm>
            <a:off x="3627755" y="4551045"/>
            <a:ext cx="4257675" cy="20459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839283" y="1549827"/>
            <a:ext cx="3223572" cy="1996440"/>
          </a:xfrm>
          <a:prstGeom prst="rect">
            <a:avLst/>
          </a:prstGeom>
          <a:solidFill>
            <a:schemeClr val="accent1"/>
          </a:solidFill>
          <a:ln>
            <a:noFill/>
          </a:ln>
          <a:effectLst>
            <a:outerShdw blurRad="279400" dist="317500" dir="3000000" sx="88000" sy="88000" algn="ctr" rotWithShape="0">
              <a:schemeClr val="accent1">
                <a:lumMod val="50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457200"/>
            <a:endParaRPr lang="zh-CN" altLang="en-US">
              <a:solidFill>
                <a:schemeClr val="bg1"/>
              </a:solidFill>
              <a:latin typeface="+mn-ea"/>
            </a:endParaRPr>
          </a:p>
        </p:txBody>
      </p:sp>
      <p:sp>
        <p:nvSpPr>
          <p:cNvPr id="4" name="文本框 3"/>
          <p:cNvSpPr txBox="1"/>
          <p:nvPr>
            <p:custDataLst>
              <p:tags r:id="rId2"/>
            </p:custDataLst>
          </p:nvPr>
        </p:nvSpPr>
        <p:spPr>
          <a:xfrm>
            <a:off x="994862" y="2206016"/>
            <a:ext cx="2912414" cy="1254318"/>
          </a:xfrm>
          <a:prstGeom prst="rect">
            <a:avLst/>
          </a:prstGeom>
          <a:noFill/>
        </p:spPr>
        <p:txBody>
          <a:bodyPr wrap="square">
            <a:noAutofit/>
          </a:bodyPr>
          <a:lstStyle/>
          <a:p>
            <a:pPr>
              <a:lnSpc>
                <a:spcPct val="120000"/>
              </a:lnSpc>
            </a:pPr>
            <a:r>
              <a:rPr lang="en-US" altLang="zh-CN" sz="1800">
                <a:solidFill>
                  <a:schemeClr val="bg1"/>
                </a:solidFill>
                <a:latin typeface="Arial" panose="020B0604020202020204" pitchFamily="34" charset="0"/>
                <a:ea typeface="+mn-ea"/>
                <a:cs typeface="Arial" panose="020B0604020202020204" pitchFamily="34" charset="0"/>
              </a:rPr>
              <a:t>Remembers yesterday's conversation — no chat amnesia</a:t>
            </a:r>
            <a:endParaRPr lang="en-US" altLang="zh-CN" sz="1800">
              <a:solidFill>
                <a:schemeClr val="bg1"/>
              </a:solidFill>
              <a:latin typeface="Arial" panose="020B0604020202020204" pitchFamily="34" charset="0"/>
              <a:ea typeface="+mn-ea"/>
              <a:cs typeface="Arial" panose="020B0604020202020204" pitchFamily="34" charset="0"/>
            </a:endParaRPr>
          </a:p>
        </p:txBody>
      </p:sp>
      <p:sp>
        <p:nvSpPr>
          <p:cNvPr id="7" name="矩形 6"/>
          <p:cNvSpPr/>
          <p:nvPr>
            <p:custDataLst>
              <p:tags r:id="rId3"/>
            </p:custDataLst>
          </p:nvPr>
        </p:nvSpPr>
        <p:spPr>
          <a:xfrm>
            <a:off x="4483452" y="1549827"/>
            <a:ext cx="3223572" cy="1996440"/>
          </a:xfrm>
          <a:prstGeom prst="rect">
            <a:avLst/>
          </a:prstGeom>
          <a:solidFill>
            <a:schemeClr val="bg1"/>
          </a:solidFill>
          <a:ln>
            <a:noFill/>
          </a:ln>
          <a:effectLst>
            <a:outerShdw blurRad="279400" dist="63500" sx="110000" sy="110000" algn="ctr" rotWithShape="0">
              <a:schemeClr val="bg2">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457200"/>
            <a:endParaRPr lang="zh-CN" altLang="en-US">
              <a:solidFill>
                <a:schemeClr val="bg1"/>
              </a:solidFill>
              <a:latin typeface="+mn-ea"/>
            </a:endParaRPr>
          </a:p>
        </p:txBody>
      </p:sp>
      <p:sp>
        <p:nvSpPr>
          <p:cNvPr id="8" name="文本框 7"/>
          <p:cNvSpPr txBox="1"/>
          <p:nvPr>
            <p:custDataLst>
              <p:tags r:id="rId4"/>
            </p:custDataLst>
          </p:nvPr>
        </p:nvSpPr>
        <p:spPr>
          <a:xfrm>
            <a:off x="4639031" y="2206016"/>
            <a:ext cx="2912414" cy="1254318"/>
          </a:xfrm>
          <a:prstGeom prst="rect">
            <a:avLst/>
          </a:prstGeom>
          <a:noFill/>
        </p:spPr>
        <p:txBody>
          <a:bodyPr wrap="square">
            <a:noAutofit/>
          </a:bodyPr>
          <a:lstStyle/>
          <a:p>
            <a:pPr>
              <a:lnSpc>
                <a:spcPct val="120000"/>
              </a:lnSpc>
            </a:pPr>
            <a:r>
              <a:rPr lang="en-US" altLang="zh-CN" sz="1800">
                <a:solidFill>
                  <a:schemeClr val="tx1">
                    <a:lumMod val="95000"/>
                    <a:lumOff val="5000"/>
                  </a:schemeClr>
                </a:solidFill>
                <a:latin typeface="Arial" panose="020B0604020202020204" pitchFamily="34" charset="0"/>
                <a:ea typeface="+mn-ea"/>
                <a:cs typeface="Arial" panose="020B0604020202020204" pitchFamily="34" charset="0"/>
              </a:rPr>
              <a:t>Works while you sleep</a:t>
            </a:r>
            <a:endParaRPr lang="en-US" altLang="zh-CN" sz="1800">
              <a:solidFill>
                <a:schemeClr val="tx1">
                  <a:lumMod val="95000"/>
                  <a:lumOff val="5000"/>
                </a:schemeClr>
              </a:solidFill>
              <a:latin typeface="Arial" panose="020B0604020202020204" pitchFamily="34" charset="0"/>
              <a:ea typeface="+mn-ea"/>
              <a:cs typeface="Arial" panose="020B0604020202020204" pitchFamily="34" charset="0"/>
            </a:endParaRPr>
          </a:p>
        </p:txBody>
      </p:sp>
      <p:sp>
        <p:nvSpPr>
          <p:cNvPr id="9" name="文本框 8"/>
          <p:cNvSpPr txBox="1"/>
          <p:nvPr>
            <p:custDataLst>
              <p:tags r:id="rId5"/>
            </p:custDataLst>
          </p:nvPr>
        </p:nvSpPr>
        <p:spPr>
          <a:xfrm>
            <a:off x="4771799" y="1722917"/>
            <a:ext cx="2646878" cy="461665"/>
          </a:xfrm>
          <a:prstGeom prst="rect">
            <a:avLst/>
          </a:prstGeom>
          <a:noFill/>
        </p:spPr>
        <p:txBody>
          <a:bodyPr wrap="square" lIns="0" tIns="0" rIns="0" bIns="0" rtlCol="0">
            <a:noAutofit/>
          </a:bodyPr>
          <a:lstStyle>
            <a:defPPr>
              <a:defRPr lang="zh-CN"/>
            </a:defPPr>
            <a:lvl1pPr algn="ctr">
              <a:defRPr sz="2400" b="1">
                <a:gradFill>
                  <a:gsLst>
                    <a:gs pos="0">
                      <a:schemeClr val="accent1"/>
                    </a:gs>
                    <a:gs pos="100000">
                      <a:schemeClr val="accent3"/>
                    </a:gs>
                  </a:gsLst>
                  <a:lin ang="2700000" scaled="1"/>
                </a:gradFill>
                <a:latin typeface="+mj-ea"/>
                <a:ea typeface="+mj-ea"/>
              </a:defRPr>
            </a:lvl1pPr>
          </a:lstStyle>
          <a:p>
            <a:r>
              <a:rPr lang="en-US" altLang="en-US" sz="2000" dirty="0">
                <a:solidFill>
                  <a:schemeClr val="accent1"/>
                </a:solidFill>
                <a:latin typeface="Arial" panose="020B0604020202020204" pitchFamily="34" charset="0"/>
                <a:cs typeface="Arial" panose="020B0604020202020204" pitchFamily="34" charset="0"/>
              </a:rPr>
              <a:t>⏰ </a:t>
            </a:r>
            <a:r>
              <a:rPr lang="en-US" altLang="zh-CN" sz="2000" dirty="0">
                <a:solidFill>
                  <a:schemeClr val="accent1"/>
                </a:solidFill>
                <a:latin typeface="Arial" panose="020B0604020202020204" pitchFamily="34" charset="0"/>
                <a:cs typeface="Arial" panose="020B0604020202020204" pitchFamily="34" charset="0"/>
              </a:rPr>
              <a:t>Scheduled Tasks</a:t>
            </a:r>
            <a:endParaRPr lang="en-US" altLang="zh-CN" sz="2000" dirty="0">
              <a:solidFill>
                <a:schemeClr val="accent1"/>
              </a:solidFill>
              <a:latin typeface="Arial" panose="020B0604020202020204" pitchFamily="34" charset="0"/>
              <a:cs typeface="Arial" panose="020B0604020202020204" pitchFamily="34" charset="0"/>
            </a:endParaRPr>
          </a:p>
        </p:txBody>
      </p:sp>
      <p:sp>
        <p:nvSpPr>
          <p:cNvPr id="15" name="矩形 14"/>
          <p:cNvSpPr/>
          <p:nvPr>
            <p:custDataLst>
              <p:tags r:id="rId6"/>
            </p:custDataLst>
          </p:nvPr>
        </p:nvSpPr>
        <p:spPr>
          <a:xfrm>
            <a:off x="8087872" y="3897459"/>
            <a:ext cx="3223572" cy="1996440"/>
          </a:xfrm>
          <a:prstGeom prst="rect">
            <a:avLst/>
          </a:prstGeom>
          <a:solidFill>
            <a:schemeClr val="bg1"/>
          </a:solidFill>
          <a:ln>
            <a:noFill/>
          </a:ln>
          <a:effectLst>
            <a:outerShdw blurRad="279400" dist="63500" sx="110000" sy="110000" algn="ctr" rotWithShape="0">
              <a:schemeClr val="bg2">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457200"/>
            <a:endParaRPr lang="zh-CN" altLang="en-US">
              <a:solidFill>
                <a:schemeClr val="bg1"/>
              </a:solidFill>
              <a:latin typeface="+mn-ea"/>
            </a:endParaRPr>
          </a:p>
        </p:txBody>
      </p:sp>
      <p:sp>
        <p:nvSpPr>
          <p:cNvPr id="23" name="矩形 22"/>
          <p:cNvSpPr/>
          <p:nvPr>
            <p:custDataLst>
              <p:tags r:id="rId7"/>
            </p:custDataLst>
          </p:nvPr>
        </p:nvSpPr>
        <p:spPr>
          <a:xfrm>
            <a:off x="880557" y="3897459"/>
            <a:ext cx="3223572" cy="1996440"/>
          </a:xfrm>
          <a:prstGeom prst="rect">
            <a:avLst/>
          </a:prstGeom>
          <a:solidFill>
            <a:schemeClr val="bg1"/>
          </a:solidFill>
          <a:ln>
            <a:noFill/>
          </a:ln>
          <a:effectLst>
            <a:outerShdw blurRad="279400" dist="63500" sx="110000" sy="110000" algn="ctr" rotWithShape="0">
              <a:schemeClr val="bg2">
                <a:lumMod val="75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457200"/>
            <a:endParaRPr lang="zh-CN" altLang="en-US">
              <a:solidFill>
                <a:schemeClr val="bg1"/>
              </a:solidFill>
              <a:latin typeface="+mn-ea"/>
            </a:endParaRPr>
          </a:p>
        </p:txBody>
      </p:sp>
      <p:grpSp>
        <p:nvGrpSpPr>
          <p:cNvPr id="26" name="组合 25"/>
          <p:cNvGrpSpPr/>
          <p:nvPr/>
        </p:nvGrpSpPr>
        <p:grpSpPr>
          <a:xfrm>
            <a:off x="331971" y="6053826"/>
            <a:ext cx="507873" cy="601076"/>
            <a:chOff x="660399" y="462331"/>
            <a:chExt cx="571289" cy="676130"/>
          </a:xfrm>
        </p:grpSpPr>
        <p:sp>
          <p:nvSpPr>
            <p:cNvPr id="27" name="等腰三角形 26"/>
            <p:cNvSpPr/>
            <p:nvPr/>
          </p:nvSpPr>
          <p:spPr>
            <a:xfrm rot="5400000">
              <a:off x="625132" y="662346"/>
              <a:ext cx="511382" cy="440847"/>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8" name="等腰三角形 27"/>
            <p:cNvSpPr/>
            <p:nvPr/>
          </p:nvSpPr>
          <p:spPr>
            <a:xfrm rot="5400000">
              <a:off x="755574" y="497598"/>
              <a:ext cx="511382" cy="440847"/>
            </a:xfrm>
            <a:prstGeom prst="triangl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14" name="文本框 13"/>
          <p:cNvSpPr txBox="1"/>
          <p:nvPr/>
        </p:nvSpPr>
        <p:spPr>
          <a:xfrm>
            <a:off x="100137" y="258083"/>
            <a:ext cx="3848100" cy="768350"/>
          </a:xfrm>
          <a:prstGeom prst="rect">
            <a:avLst/>
          </a:prstGeom>
          <a:noFill/>
        </p:spPr>
        <p:txBody>
          <a:bodyPr wrap="none" rtlCol="0">
            <a:spAutoFit/>
            <a:scene3d>
              <a:camera prst="orthographicFront"/>
              <a:lightRig rig="threePt" dir="t"/>
            </a:scene3d>
            <a:sp3d contourW="12700"/>
          </a:bodyPr>
          <a:lstStyle/>
          <a:p>
            <a:pPr algn="ctr"/>
            <a:r>
              <a:rPr lang="en-US" altLang="zh-CN" sz="4400" b="1" dirty="0">
                <a:solidFill>
                  <a:srgbClr val="FF0000"/>
                </a:solidFill>
                <a:latin typeface="宋体" panose="02010600030101010101" pitchFamily="2" charset="-122"/>
                <a:ea typeface="宋体" panose="02010600030101010101" pitchFamily="2" charset="-122"/>
                <a:cs typeface="+mn-ea"/>
                <a:sym typeface="+mn-lt"/>
              </a:rPr>
              <a:t>Hwo it works?</a:t>
            </a:r>
            <a:endParaRPr lang="en-US" altLang="zh-CN" sz="4400" b="1" dirty="0">
              <a:solidFill>
                <a:srgbClr val="FF0000"/>
              </a:solidFill>
              <a:latin typeface="宋体" panose="02010600030101010101" pitchFamily="2" charset="-122"/>
              <a:ea typeface="宋体" panose="02010600030101010101" pitchFamily="2" charset="-122"/>
              <a:cs typeface="+mn-ea"/>
              <a:sym typeface="+mn-lt"/>
            </a:endParaRPr>
          </a:p>
        </p:txBody>
      </p:sp>
      <p:sp>
        <p:nvSpPr>
          <p:cNvPr id="6" name="文本框 5"/>
          <p:cNvSpPr txBox="1"/>
          <p:nvPr>
            <p:custDataLst>
              <p:tags r:id="rId8"/>
            </p:custDataLst>
          </p:nvPr>
        </p:nvSpPr>
        <p:spPr>
          <a:xfrm>
            <a:off x="994862" y="1722811"/>
            <a:ext cx="2646878" cy="461665"/>
          </a:xfrm>
          <a:prstGeom prst="rect">
            <a:avLst/>
          </a:prstGeom>
          <a:noFill/>
        </p:spPr>
        <p:txBody>
          <a:bodyPr wrap="none">
            <a:noAutofit/>
          </a:bodyPr>
          <a:lstStyle/>
          <a:p>
            <a:pPr algn="l"/>
            <a:r>
              <a:rPr lang="zh-CN" altLang="en-US" sz="2000" b="1" dirty="0">
                <a:solidFill>
                  <a:schemeClr val="bg1"/>
                </a:solidFill>
                <a:latin typeface="Arial" panose="020B0604020202020204" pitchFamily="34" charset="0"/>
                <a:ea typeface="+mj-ea"/>
                <a:cs typeface="Arial" panose="020B0604020202020204" pitchFamily="34" charset="0"/>
              </a:rPr>
              <a:t>🧠</a:t>
            </a:r>
            <a:r>
              <a:rPr lang="en-US" altLang="zh-CN" sz="2000" b="1" dirty="0">
                <a:solidFill>
                  <a:schemeClr val="bg1"/>
                </a:solidFill>
                <a:latin typeface="Arial" panose="020B0604020202020204" pitchFamily="34" charset="0"/>
                <a:ea typeface="+mj-ea"/>
                <a:cs typeface="Arial" panose="020B0604020202020204" pitchFamily="34" charset="0"/>
              </a:rPr>
              <a:t>  Long-Term Memory</a:t>
            </a:r>
            <a:endParaRPr lang="en-US" altLang="zh-CN" sz="2000" b="1" dirty="0">
              <a:solidFill>
                <a:schemeClr val="bg1"/>
              </a:solidFill>
              <a:latin typeface="Arial" panose="020B0604020202020204" pitchFamily="34" charset="0"/>
              <a:ea typeface="+mj-ea"/>
              <a:cs typeface="Arial" panose="020B0604020202020204" pitchFamily="34" charset="0"/>
            </a:endParaRPr>
          </a:p>
        </p:txBody>
      </p:sp>
      <p:sp>
        <p:nvSpPr>
          <p:cNvPr id="10" name="矩形 9"/>
          <p:cNvSpPr/>
          <p:nvPr>
            <p:custDataLst>
              <p:tags r:id="rId9"/>
            </p:custDataLst>
          </p:nvPr>
        </p:nvSpPr>
        <p:spPr>
          <a:xfrm>
            <a:off x="8127813" y="1549827"/>
            <a:ext cx="3223572" cy="1996440"/>
          </a:xfrm>
          <a:prstGeom prst="rect">
            <a:avLst/>
          </a:prstGeom>
          <a:solidFill>
            <a:schemeClr val="accent1"/>
          </a:solidFill>
          <a:ln>
            <a:noFill/>
          </a:ln>
          <a:effectLst>
            <a:outerShdw blurRad="279400" dist="317500" dir="3000000" sx="88000" sy="88000" algn="ctr" rotWithShape="0">
              <a:schemeClr val="accent1">
                <a:lumMod val="50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457200"/>
            <a:endParaRPr lang="zh-CN" altLang="en-US">
              <a:solidFill>
                <a:schemeClr val="bg1"/>
              </a:solidFill>
              <a:latin typeface="+mn-ea"/>
            </a:endParaRPr>
          </a:p>
        </p:txBody>
      </p:sp>
      <p:sp>
        <p:nvSpPr>
          <p:cNvPr id="22" name="矩形 21"/>
          <p:cNvSpPr/>
          <p:nvPr>
            <p:custDataLst>
              <p:tags r:id="rId10"/>
            </p:custDataLst>
          </p:nvPr>
        </p:nvSpPr>
        <p:spPr>
          <a:xfrm>
            <a:off x="4561653" y="3811062"/>
            <a:ext cx="3223572" cy="1996440"/>
          </a:xfrm>
          <a:prstGeom prst="rect">
            <a:avLst/>
          </a:prstGeom>
          <a:solidFill>
            <a:schemeClr val="accent1"/>
          </a:solidFill>
          <a:ln>
            <a:noFill/>
          </a:ln>
          <a:effectLst>
            <a:outerShdw blurRad="279400" dist="317500" dir="3000000" sx="88000" sy="88000" algn="ctr" rotWithShape="0">
              <a:schemeClr val="accent1">
                <a:lumMod val="50000"/>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defTabSz="457200"/>
            <a:endParaRPr lang="zh-CN" altLang="en-US">
              <a:solidFill>
                <a:schemeClr val="bg1"/>
              </a:solidFill>
              <a:latin typeface="+mn-ea"/>
            </a:endParaRPr>
          </a:p>
        </p:txBody>
      </p:sp>
      <p:sp>
        <p:nvSpPr>
          <p:cNvPr id="32" name="文本框 31"/>
          <p:cNvSpPr txBox="1"/>
          <p:nvPr/>
        </p:nvSpPr>
        <p:spPr>
          <a:xfrm>
            <a:off x="335915" y="1003935"/>
            <a:ext cx="8130540" cy="460375"/>
          </a:xfrm>
          <a:prstGeom prst="rect">
            <a:avLst/>
          </a:prstGeom>
          <a:noFill/>
        </p:spPr>
        <p:txBody>
          <a:bodyPr wrap="square" rtlCol="0">
            <a:spAutoFit/>
          </a:bodyPr>
          <a:p>
            <a:r>
              <a:rPr lang="en-US" altLang="zh-CN" sz="2400">
                <a:latin typeface="宋体" panose="02010600030101010101" pitchFamily="2" charset="-122"/>
                <a:ea typeface="宋体" panose="02010600030101010101" pitchFamily="2" charset="-122"/>
              </a:rPr>
              <a:t>--Capability</a:t>
            </a:r>
            <a:endParaRPr lang="en-US" altLang="zh-CN" sz="2400">
              <a:latin typeface="宋体" panose="02010600030101010101" pitchFamily="2" charset="-122"/>
              <a:ea typeface="宋体" panose="02010600030101010101" pitchFamily="2" charset="-122"/>
            </a:endParaRPr>
          </a:p>
        </p:txBody>
      </p:sp>
      <p:sp>
        <p:nvSpPr>
          <p:cNvPr id="33" name="文本框 32"/>
          <p:cNvSpPr txBox="1"/>
          <p:nvPr>
            <p:custDataLst>
              <p:tags r:id="rId11"/>
            </p:custDataLst>
          </p:nvPr>
        </p:nvSpPr>
        <p:spPr>
          <a:xfrm>
            <a:off x="8283392" y="1722811"/>
            <a:ext cx="2646878" cy="461665"/>
          </a:xfrm>
          <a:prstGeom prst="rect">
            <a:avLst/>
          </a:prstGeom>
          <a:noFill/>
        </p:spPr>
        <p:txBody>
          <a:bodyPr wrap="none">
            <a:noAutofit/>
          </a:bodyPr>
          <a:lstStyle/>
          <a:p>
            <a:pPr algn="ctr"/>
            <a:r>
              <a:rPr lang="zh-CN" altLang="en-US" sz="2000" b="1" dirty="0">
                <a:solidFill>
                  <a:schemeClr val="bg1"/>
                </a:solidFill>
                <a:latin typeface="Arial" panose="020B0604020202020204" pitchFamily="34" charset="0"/>
                <a:ea typeface="+mj-ea"/>
                <a:cs typeface="Arial" panose="020B0604020202020204" pitchFamily="34" charset="0"/>
              </a:rPr>
              <a:t>🎭</a:t>
            </a:r>
            <a:r>
              <a:rPr lang="en-US" altLang="zh-CN" sz="2000" b="1" dirty="0">
                <a:solidFill>
                  <a:schemeClr val="bg1"/>
                </a:solidFill>
                <a:latin typeface="Arial" panose="020B0604020202020204" pitchFamily="34" charset="0"/>
                <a:ea typeface="+mj-ea"/>
                <a:cs typeface="Arial" panose="020B0604020202020204" pitchFamily="34" charset="0"/>
              </a:rPr>
              <a:t>  “Soul” Ability</a:t>
            </a:r>
            <a:endParaRPr lang="en-US" altLang="zh-CN" sz="2000" b="1" dirty="0">
              <a:solidFill>
                <a:schemeClr val="bg1"/>
              </a:solidFill>
              <a:latin typeface="Arial" panose="020B0604020202020204" pitchFamily="34" charset="0"/>
              <a:ea typeface="+mj-ea"/>
              <a:cs typeface="Arial" panose="020B0604020202020204" pitchFamily="34" charset="0"/>
            </a:endParaRPr>
          </a:p>
        </p:txBody>
      </p:sp>
      <p:sp>
        <p:nvSpPr>
          <p:cNvPr id="34" name="文本框 33"/>
          <p:cNvSpPr txBox="1"/>
          <p:nvPr>
            <p:custDataLst>
              <p:tags r:id="rId12"/>
            </p:custDataLst>
          </p:nvPr>
        </p:nvSpPr>
        <p:spPr>
          <a:xfrm>
            <a:off x="4771842" y="4070406"/>
            <a:ext cx="2646878" cy="461665"/>
          </a:xfrm>
          <a:prstGeom prst="rect">
            <a:avLst/>
          </a:prstGeom>
          <a:noFill/>
        </p:spPr>
        <p:txBody>
          <a:bodyPr wrap="none">
            <a:noAutofit/>
          </a:bodyPr>
          <a:lstStyle/>
          <a:p>
            <a:pPr algn="l"/>
            <a:r>
              <a:rPr lang="zh-CN" altLang="en-US" sz="2000" b="1" dirty="0">
                <a:solidFill>
                  <a:schemeClr val="bg1"/>
                </a:solidFill>
                <a:latin typeface="Arial" panose="020B0604020202020204" pitchFamily="34" charset="0"/>
                <a:ea typeface="+mj-ea"/>
                <a:cs typeface="Arial" panose="020B0604020202020204" pitchFamily="34" charset="0"/>
              </a:rPr>
              <a:t>💬</a:t>
            </a:r>
            <a:r>
              <a:rPr lang="en-US" altLang="zh-CN" sz="2000" b="1" dirty="0">
                <a:solidFill>
                  <a:schemeClr val="bg1"/>
                </a:solidFill>
                <a:latin typeface="Arial" panose="020B0604020202020204" pitchFamily="34" charset="0"/>
                <a:ea typeface="+mj-ea"/>
                <a:cs typeface="Arial" panose="020B0604020202020204" pitchFamily="34" charset="0"/>
              </a:rPr>
              <a:t>  Social Integration</a:t>
            </a:r>
            <a:endParaRPr lang="en-US" altLang="zh-CN" sz="2000" b="1" dirty="0">
              <a:solidFill>
                <a:schemeClr val="bg1"/>
              </a:solidFill>
              <a:latin typeface="Arial" panose="020B0604020202020204" pitchFamily="34" charset="0"/>
              <a:ea typeface="+mj-ea"/>
              <a:cs typeface="Arial" panose="020B0604020202020204" pitchFamily="34" charset="0"/>
            </a:endParaRPr>
          </a:p>
        </p:txBody>
      </p:sp>
      <p:sp>
        <p:nvSpPr>
          <p:cNvPr id="35" name="文本框 34"/>
          <p:cNvSpPr txBox="1"/>
          <p:nvPr>
            <p:custDataLst>
              <p:tags r:id="rId13"/>
            </p:custDataLst>
          </p:nvPr>
        </p:nvSpPr>
        <p:spPr>
          <a:xfrm>
            <a:off x="8212272" y="2206016"/>
            <a:ext cx="2912414" cy="1254318"/>
          </a:xfrm>
          <a:prstGeom prst="rect">
            <a:avLst/>
          </a:prstGeom>
          <a:noFill/>
        </p:spPr>
        <p:txBody>
          <a:bodyPr wrap="square">
            <a:noAutofit/>
          </a:bodyPr>
          <a:lstStyle/>
          <a:p>
            <a:pPr>
              <a:lnSpc>
                <a:spcPct val="120000"/>
              </a:lnSpc>
            </a:pPr>
            <a:r>
              <a:rPr lang="en-US" altLang="zh-CN" sz="1800">
                <a:solidFill>
                  <a:schemeClr val="bg1"/>
                </a:solidFill>
                <a:latin typeface="Arial" panose="020B0604020202020204" pitchFamily="34" charset="0"/>
                <a:ea typeface="+mn-ea"/>
                <a:cs typeface="Arial" panose="020B0604020202020204" pitchFamily="34" charset="0"/>
              </a:rPr>
              <a:t>Customizable personality &amp; behavior</a:t>
            </a:r>
            <a:endParaRPr lang="en-US" altLang="zh-CN" sz="1800">
              <a:solidFill>
                <a:schemeClr val="bg1"/>
              </a:solidFill>
              <a:latin typeface="Arial" panose="020B0604020202020204" pitchFamily="34" charset="0"/>
              <a:ea typeface="+mn-ea"/>
              <a:cs typeface="Arial" panose="020B0604020202020204" pitchFamily="34" charset="0"/>
            </a:endParaRPr>
          </a:p>
        </p:txBody>
      </p:sp>
      <p:sp>
        <p:nvSpPr>
          <p:cNvPr id="36" name="文本框 35"/>
          <p:cNvSpPr txBox="1"/>
          <p:nvPr>
            <p:custDataLst>
              <p:tags r:id="rId14"/>
            </p:custDataLst>
          </p:nvPr>
        </p:nvSpPr>
        <p:spPr>
          <a:xfrm>
            <a:off x="4717232" y="4439946"/>
            <a:ext cx="2912414" cy="1254318"/>
          </a:xfrm>
          <a:prstGeom prst="rect">
            <a:avLst/>
          </a:prstGeom>
          <a:noFill/>
        </p:spPr>
        <p:txBody>
          <a:bodyPr wrap="square">
            <a:noAutofit/>
          </a:bodyPr>
          <a:lstStyle/>
          <a:p>
            <a:pPr>
              <a:lnSpc>
                <a:spcPct val="120000"/>
              </a:lnSpc>
            </a:pPr>
            <a:r>
              <a:rPr lang="en-US" altLang="zh-CN" sz="1800">
                <a:solidFill>
                  <a:schemeClr val="bg1"/>
                </a:solidFill>
                <a:latin typeface="Arial" panose="020B0604020202020204" pitchFamily="34" charset="0"/>
                <a:ea typeface="+mn-ea"/>
                <a:cs typeface="Arial" panose="020B0604020202020204" pitchFamily="34" charset="0"/>
              </a:rPr>
              <a:t>Connects to WhatsApp, Discord, Telegram</a:t>
            </a:r>
            <a:endParaRPr lang="en-US" altLang="zh-CN" sz="1800">
              <a:solidFill>
                <a:schemeClr val="bg1"/>
              </a:solidFill>
              <a:latin typeface="Arial" panose="020B0604020202020204" pitchFamily="34" charset="0"/>
              <a:ea typeface="+mn-ea"/>
              <a:cs typeface="Arial" panose="020B0604020202020204" pitchFamily="34" charset="0"/>
            </a:endParaRPr>
          </a:p>
        </p:txBody>
      </p:sp>
      <p:sp>
        <p:nvSpPr>
          <p:cNvPr id="38" name="文本框 37"/>
          <p:cNvSpPr txBox="1"/>
          <p:nvPr>
            <p:custDataLst>
              <p:tags r:id="rId15"/>
            </p:custDataLst>
          </p:nvPr>
        </p:nvSpPr>
        <p:spPr>
          <a:xfrm>
            <a:off x="8285254" y="4070512"/>
            <a:ext cx="2646878" cy="461665"/>
          </a:xfrm>
          <a:prstGeom prst="rect">
            <a:avLst/>
          </a:prstGeom>
          <a:noFill/>
        </p:spPr>
        <p:txBody>
          <a:bodyPr wrap="square" lIns="0" tIns="0" rIns="0" bIns="0" rtlCol="0">
            <a:noAutofit/>
          </a:bodyPr>
          <a:lstStyle>
            <a:defPPr>
              <a:defRPr lang="zh-CN"/>
            </a:defPPr>
            <a:lvl1pPr algn="ctr">
              <a:defRPr sz="2400" b="1">
                <a:gradFill>
                  <a:gsLst>
                    <a:gs pos="0">
                      <a:schemeClr val="accent1"/>
                    </a:gs>
                    <a:gs pos="100000">
                      <a:schemeClr val="accent3"/>
                    </a:gs>
                  </a:gsLst>
                  <a:lin ang="2700000" scaled="1"/>
                </a:gradFill>
                <a:latin typeface="+mj-ea"/>
                <a:ea typeface="+mj-ea"/>
              </a:defRPr>
            </a:lvl1pPr>
          </a:lstStyle>
          <a:p>
            <a:r>
              <a:rPr lang="en-US" altLang="en-US" sz="2000" dirty="0">
                <a:solidFill>
                  <a:schemeClr val="accent1"/>
                </a:solidFill>
                <a:latin typeface="Arial" panose="020B0604020202020204" pitchFamily="34" charset="0"/>
                <a:cs typeface="Arial" panose="020B0604020202020204" pitchFamily="34" charset="0"/>
              </a:rPr>
              <a:t>✨  </a:t>
            </a:r>
            <a:r>
              <a:rPr lang="en-US" altLang="zh-CN" sz="2000" dirty="0">
                <a:solidFill>
                  <a:schemeClr val="accent1"/>
                </a:solidFill>
                <a:latin typeface="Arial" panose="020B0604020202020204" pitchFamily="34" charset="0"/>
                <a:cs typeface="Arial" panose="020B0604020202020204" pitchFamily="34" charset="0"/>
              </a:rPr>
              <a:t>Simplicity</a:t>
            </a:r>
            <a:endParaRPr lang="en-US" altLang="zh-CN" sz="2000" dirty="0">
              <a:solidFill>
                <a:schemeClr val="accent1"/>
              </a:solidFill>
              <a:latin typeface="Arial" panose="020B0604020202020204" pitchFamily="34" charset="0"/>
              <a:cs typeface="Arial" panose="020B0604020202020204" pitchFamily="34" charset="0"/>
            </a:endParaRPr>
          </a:p>
        </p:txBody>
      </p:sp>
      <p:sp>
        <p:nvSpPr>
          <p:cNvPr id="39" name="文本框 38"/>
          <p:cNvSpPr txBox="1"/>
          <p:nvPr>
            <p:custDataLst>
              <p:tags r:id="rId16"/>
            </p:custDataLst>
          </p:nvPr>
        </p:nvSpPr>
        <p:spPr>
          <a:xfrm>
            <a:off x="1301524" y="4070512"/>
            <a:ext cx="2646878" cy="461665"/>
          </a:xfrm>
          <a:prstGeom prst="rect">
            <a:avLst/>
          </a:prstGeom>
          <a:noFill/>
        </p:spPr>
        <p:txBody>
          <a:bodyPr wrap="square" lIns="0" tIns="0" rIns="0" bIns="0" rtlCol="0">
            <a:noAutofit/>
          </a:bodyPr>
          <a:lstStyle>
            <a:defPPr>
              <a:defRPr lang="zh-CN"/>
            </a:defPPr>
            <a:lvl1pPr algn="ctr">
              <a:defRPr sz="2400" b="1">
                <a:gradFill>
                  <a:gsLst>
                    <a:gs pos="0">
                      <a:schemeClr val="accent1"/>
                    </a:gs>
                    <a:gs pos="100000">
                      <a:schemeClr val="accent3"/>
                    </a:gs>
                  </a:gsLst>
                  <a:lin ang="2700000" scaled="1"/>
                </a:gradFill>
                <a:latin typeface="+mj-ea"/>
                <a:ea typeface="+mj-ea"/>
              </a:defRPr>
            </a:lvl1pPr>
          </a:lstStyle>
          <a:p>
            <a:r>
              <a:rPr lang="zh-CN" altLang="en-US" sz="2000" dirty="0">
                <a:solidFill>
                  <a:schemeClr val="accent1"/>
                </a:solidFill>
                <a:latin typeface="Arial" panose="020B0604020202020204" pitchFamily="34" charset="0"/>
                <a:cs typeface="Arial" panose="020B0604020202020204" pitchFamily="34" charset="0"/>
              </a:rPr>
              <a:t>🔌</a:t>
            </a:r>
            <a:r>
              <a:rPr lang="en-US" altLang="zh-CN" sz="2000" dirty="0">
                <a:solidFill>
                  <a:schemeClr val="accent1"/>
                </a:solidFill>
                <a:latin typeface="Arial" panose="020B0604020202020204" pitchFamily="34" charset="0"/>
                <a:cs typeface="Arial" panose="020B0604020202020204" pitchFamily="34" charset="0"/>
              </a:rPr>
              <a:t> Plugin Ecosystem</a:t>
            </a:r>
            <a:r>
              <a:rPr lang="en-US" altLang="zh-CN" sz="2000" dirty="0">
                <a:solidFill>
                  <a:schemeClr val="accent1"/>
                </a:solidFill>
                <a:latin typeface="Arial" panose="020B0604020202020204" pitchFamily="34" charset="0"/>
                <a:cs typeface="Arial" panose="020B0604020202020204" pitchFamily="34" charset="0"/>
              </a:rPr>
              <a:t> </a:t>
            </a:r>
            <a:endParaRPr lang="en-US" altLang="zh-CN" sz="2000" dirty="0">
              <a:solidFill>
                <a:schemeClr val="accent1"/>
              </a:solidFill>
              <a:latin typeface="Arial" panose="020B0604020202020204" pitchFamily="34" charset="0"/>
              <a:cs typeface="Arial" panose="020B0604020202020204" pitchFamily="34" charset="0"/>
            </a:endParaRPr>
          </a:p>
        </p:txBody>
      </p:sp>
      <p:sp>
        <p:nvSpPr>
          <p:cNvPr id="40" name="文本框 39"/>
          <p:cNvSpPr txBox="1"/>
          <p:nvPr>
            <p:custDataLst>
              <p:tags r:id="rId17"/>
            </p:custDataLst>
          </p:nvPr>
        </p:nvSpPr>
        <p:spPr>
          <a:xfrm>
            <a:off x="8243291" y="4439946"/>
            <a:ext cx="2912414" cy="1254318"/>
          </a:xfrm>
          <a:prstGeom prst="rect">
            <a:avLst/>
          </a:prstGeom>
          <a:noFill/>
        </p:spPr>
        <p:txBody>
          <a:bodyPr wrap="square">
            <a:noAutofit/>
          </a:bodyPr>
          <a:lstStyle/>
          <a:p>
            <a:pPr>
              <a:lnSpc>
                <a:spcPct val="120000"/>
              </a:lnSpc>
            </a:pPr>
            <a:r>
              <a:rPr lang="en-US" altLang="zh-CN" sz="1800">
                <a:solidFill>
                  <a:schemeClr val="tx1">
                    <a:lumMod val="95000"/>
                    <a:lumOff val="5000"/>
                  </a:schemeClr>
                </a:solidFill>
                <a:latin typeface="Arial" panose="020B0604020202020204" pitchFamily="34" charset="0"/>
                <a:ea typeface="+mn-ea"/>
                <a:cs typeface="Arial" panose="020B0604020202020204" pitchFamily="34" charset="0"/>
              </a:rPr>
              <a:t>Easy to describe, easy to spread</a:t>
            </a:r>
            <a:endParaRPr lang="en-US" altLang="zh-CN" sz="1800">
              <a:solidFill>
                <a:schemeClr val="tx1">
                  <a:lumMod val="95000"/>
                  <a:lumOff val="5000"/>
                </a:schemeClr>
              </a:solidFill>
              <a:latin typeface="Arial" panose="020B0604020202020204" pitchFamily="34" charset="0"/>
              <a:ea typeface="+mn-ea"/>
              <a:cs typeface="Arial" panose="020B0604020202020204" pitchFamily="34" charset="0"/>
            </a:endParaRPr>
          </a:p>
        </p:txBody>
      </p:sp>
      <p:sp>
        <p:nvSpPr>
          <p:cNvPr id="41" name="文本框 40"/>
          <p:cNvSpPr txBox="1"/>
          <p:nvPr>
            <p:custDataLst>
              <p:tags r:id="rId18"/>
            </p:custDataLst>
          </p:nvPr>
        </p:nvSpPr>
        <p:spPr>
          <a:xfrm>
            <a:off x="1034771" y="4532021"/>
            <a:ext cx="2912414" cy="1254318"/>
          </a:xfrm>
          <a:prstGeom prst="rect">
            <a:avLst/>
          </a:prstGeom>
          <a:noFill/>
        </p:spPr>
        <p:txBody>
          <a:bodyPr wrap="square">
            <a:noAutofit/>
          </a:bodyPr>
          <a:lstStyle/>
          <a:p>
            <a:pPr>
              <a:lnSpc>
                <a:spcPct val="120000"/>
              </a:lnSpc>
            </a:pPr>
            <a:r>
              <a:rPr lang="en-US" altLang="zh-CN" sz="1800">
                <a:solidFill>
                  <a:schemeClr val="tx1">
                    <a:lumMod val="95000"/>
                    <a:lumOff val="5000"/>
                  </a:schemeClr>
                </a:solidFill>
                <a:latin typeface="Arial" panose="020B0604020202020204" pitchFamily="34" charset="0"/>
                <a:ea typeface="+mn-ea"/>
                <a:cs typeface="Arial" panose="020B0604020202020204" pitchFamily="34" charset="0"/>
              </a:rPr>
              <a:t>Thousands of skills via ClawHub</a:t>
            </a:r>
            <a:endParaRPr lang="en-US" altLang="zh-CN" sz="1800">
              <a:solidFill>
                <a:schemeClr val="tx1">
                  <a:lumMod val="95000"/>
                  <a:lumOff val="5000"/>
                </a:schemeClr>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331971" y="6053826"/>
            <a:ext cx="507873" cy="601076"/>
            <a:chOff x="660399" y="462331"/>
            <a:chExt cx="571289" cy="676130"/>
          </a:xfrm>
        </p:grpSpPr>
        <p:sp>
          <p:nvSpPr>
            <p:cNvPr id="27" name="等腰三角形 26"/>
            <p:cNvSpPr/>
            <p:nvPr/>
          </p:nvSpPr>
          <p:spPr>
            <a:xfrm rot="5400000">
              <a:off x="625132" y="662346"/>
              <a:ext cx="511382" cy="440847"/>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1800"/>
            </a:p>
          </p:txBody>
        </p:sp>
        <p:sp>
          <p:nvSpPr>
            <p:cNvPr id="28" name="等腰三角形 27"/>
            <p:cNvSpPr/>
            <p:nvPr/>
          </p:nvSpPr>
          <p:spPr>
            <a:xfrm rot="5400000">
              <a:off x="755574" y="497598"/>
              <a:ext cx="511382" cy="440847"/>
            </a:xfrm>
            <a:prstGeom prst="triangl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sz="1800"/>
            </a:p>
          </p:txBody>
        </p:sp>
      </p:grpSp>
      <p:sp>
        <p:nvSpPr>
          <p:cNvPr id="14" name="文本框 13"/>
          <p:cNvSpPr txBox="1"/>
          <p:nvPr/>
        </p:nvSpPr>
        <p:spPr>
          <a:xfrm>
            <a:off x="100137" y="258083"/>
            <a:ext cx="3848100" cy="768350"/>
          </a:xfrm>
          <a:prstGeom prst="rect">
            <a:avLst/>
          </a:prstGeom>
          <a:noFill/>
        </p:spPr>
        <p:txBody>
          <a:bodyPr wrap="none" rtlCol="0">
            <a:spAutoFit/>
            <a:scene3d>
              <a:camera prst="orthographicFront"/>
              <a:lightRig rig="threePt" dir="t"/>
            </a:scene3d>
            <a:sp3d contourW="12700"/>
          </a:bodyPr>
          <a:lstStyle/>
          <a:p>
            <a:pPr algn="ctr"/>
            <a:r>
              <a:rPr lang="en-US" altLang="zh-CN" sz="4400" b="1" dirty="0">
                <a:solidFill>
                  <a:srgbClr val="FF0000"/>
                </a:solidFill>
                <a:latin typeface="宋体" panose="02010600030101010101" pitchFamily="2" charset="-122"/>
                <a:ea typeface="宋体" panose="02010600030101010101" pitchFamily="2" charset="-122"/>
                <a:cs typeface="+mn-ea"/>
                <a:sym typeface="+mn-lt"/>
              </a:rPr>
              <a:t>Hwo it works?</a:t>
            </a:r>
            <a:endParaRPr lang="en-US" altLang="zh-CN" sz="4400" b="1" dirty="0">
              <a:solidFill>
                <a:srgbClr val="FF0000"/>
              </a:solidFill>
              <a:latin typeface="宋体" panose="02010600030101010101" pitchFamily="2" charset="-122"/>
              <a:ea typeface="宋体" panose="02010600030101010101" pitchFamily="2" charset="-122"/>
              <a:cs typeface="+mn-ea"/>
              <a:sym typeface="+mn-lt"/>
            </a:endParaRPr>
          </a:p>
        </p:txBody>
      </p:sp>
      <p:sp>
        <p:nvSpPr>
          <p:cNvPr id="32" name="文本框 31"/>
          <p:cNvSpPr txBox="1"/>
          <p:nvPr/>
        </p:nvSpPr>
        <p:spPr>
          <a:xfrm>
            <a:off x="335915" y="1003935"/>
            <a:ext cx="8130540" cy="460375"/>
          </a:xfrm>
          <a:prstGeom prst="rect">
            <a:avLst/>
          </a:prstGeom>
          <a:noFill/>
        </p:spPr>
        <p:txBody>
          <a:bodyPr wrap="square" rtlCol="0">
            <a:spAutoFit/>
          </a:bodyPr>
          <a:p>
            <a:r>
              <a:rPr lang="en-US" altLang="zh-CN" sz="2400">
                <a:latin typeface="宋体" panose="02010600030101010101" pitchFamily="2" charset="-122"/>
                <a:ea typeface="宋体" panose="02010600030101010101" pitchFamily="2" charset="-122"/>
              </a:rPr>
              <a:t>--The Architecture: Gateway &amp; Agent</a:t>
            </a:r>
            <a:endParaRPr lang="en-US" altLang="zh-CN" sz="2400">
              <a:latin typeface="宋体" panose="02010600030101010101" pitchFamily="2" charset="-122"/>
              <a:ea typeface="宋体" panose="02010600030101010101" pitchFamily="2" charset="-122"/>
            </a:endParaRPr>
          </a:p>
        </p:txBody>
      </p:sp>
      <p:graphicFrame>
        <p:nvGraphicFramePr>
          <p:cNvPr id="2" name="表格 1"/>
          <p:cNvGraphicFramePr/>
          <p:nvPr/>
        </p:nvGraphicFramePr>
        <p:xfrm>
          <a:off x="635635" y="1997710"/>
          <a:ext cx="4493260" cy="3380740"/>
        </p:xfrm>
        <a:graphic>
          <a:graphicData uri="http://schemas.openxmlformats.org/drawingml/2006/table">
            <a:tbl>
              <a:tblPr firstRow="1" bandRow="1">
                <a:tableStyleId>{5C22544A-7EE6-4342-B048-85BDC9FD1C3A}</a:tableStyleId>
              </a:tblPr>
              <a:tblGrid>
                <a:gridCol w="4493260"/>
              </a:tblGrid>
              <a:tr h="845185">
                <a:tc>
                  <a:txBody>
                    <a:bodyPr/>
                    <a:p>
                      <a:pPr algn="ctr">
                        <a:buNone/>
                      </a:pPr>
                      <a:r>
                        <a:rPr lang="en-US" altLang="zh-CN" sz="3200">
                          <a:latin typeface="Arial" panose="020B0604020202020204" pitchFamily="34" charset="0"/>
                          <a:cs typeface="Arial" panose="020B0604020202020204" pitchFamily="34" charset="0"/>
                        </a:rPr>
                        <a:t>Gateway -- TheRouter</a:t>
                      </a:r>
                      <a:endParaRPr lang="en-US" altLang="zh-CN" sz="3200">
                        <a:latin typeface="Arial" panose="020B0604020202020204" pitchFamily="34" charset="0"/>
                        <a:cs typeface="Arial" panose="020B0604020202020204" pitchFamily="34" charset="0"/>
                      </a:endParaRPr>
                    </a:p>
                  </a:txBody>
                  <a:tcPr/>
                </a:tc>
              </a:tr>
              <a:tr h="845185">
                <a:tc>
                  <a:txBody>
                    <a:bodyPr/>
                    <a:p>
                      <a:pPr algn="ctr">
                        <a:buNone/>
                      </a:pPr>
                      <a:r>
                        <a:rPr lang="en-US" altLang="zh-CN" sz="2400">
                          <a:latin typeface="Arial" panose="020B0604020202020204" pitchFamily="34" charset="0"/>
                          <a:cs typeface="Arial" panose="020B0604020202020204" pitchFamily="34" charset="0"/>
                        </a:rPr>
                        <a:t>Listens to all channels</a:t>
                      </a:r>
                      <a:endParaRPr lang="en-US" altLang="zh-CN" sz="2400">
                        <a:latin typeface="Arial" panose="020B0604020202020204" pitchFamily="34" charset="0"/>
                        <a:cs typeface="Arial" panose="020B0604020202020204" pitchFamily="34" charset="0"/>
                      </a:endParaRPr>
                    </a:p>
                  </a:txBody>
                  <a:tcPr/>
                </a:tc>
              </a:tr>
              <a:tr h="845185">
                <a:tc>
                  <a:txBody>
                    <a:bodyPr/>
                    <a:p>
                      <a:pPr algn="ctr">
                        <a:buNone/>
                      </a:pPr>
                      <a:r>
                        <a:rPr lang="en-US" altLang="zh-CN" sz="2400">
                          <a:latin typeface="Arial" panose="020B0604020202020204" pitchFamily="34" charset="0"/>
                          <a:cs typeface="Arial" panose="020B0604020202020204" pitchFamily="34" charset="0"/>
                        </a:rPr>
                        <a:t>Routes messages to Agent</a:t>
                      </a:r>
                      <a:endParaRPr lang="en-US" altLang="zh-CN" sz="2400">
                        <a:latin typeface="Arial" panose="020B0604020202020204" pitchFamily="34" charset="0"/>
                        <a:cs typeface="Arial" panose="020B0604020202020204" pitchFamily="34" charset="0"/>
                      </a:endParaRPr>
                    </a:p>
                  </a:txBody>
                  <a:tcPr/>
                </a:tc>
              </a:tr>
              <a:tr h="845185">
                <a:tc>
                  <a:txBody>
                    <a:bodyPr/>
                    <a:p>
                      <a:pPr algn="ctr">
                        <a:buNone/>
                      </a:pPr>
                      <a:r>
                        <a:rPr lang="en-US" altLang="zh-CN" sz="2400">
                          <a:latin typeface="Arial" panose="020B0604020202020204" pitchFamily="34" charset="0"/>
                          <a:cs typeface="Arial" panose="020B0604020202020204" pitchFamily="34" charset="0"/>
                        </a:rPr>
                        <a:t>Handles authentication</a:t>
                      </a:r>
                      <a:endParaRPr lang="en-US" altLang="zh-CN" sz="2400">
                        <a:latin typeface="Arial" panose="020B0604020202020204" pitchFamily="34" charset="0"/>
                        <a:cs typeface="Arial" panose="020B0604020202020204" pitchFamily="34" charset="0"/>
                      </a:endParaRPr>
                    </a:p>
                  </a:txBody>
                  <a:tcPr/>
                </a:tc>
              </a:tr>
            </a:tbl>
          </a:graphicData>
        </a:graphic>
      </p:graphicFrame>
      <p:graphicFrame>
        <p:nvGraphicFramePr>
          <p:cNvPr id="5" name="表格 4"/>
          <p:cNvGraphicFramePr/>
          <p:nvPr/>
        </p:nvGraphicFramePr>
        <p:xfrm>
          <a:off x="7373620" y="1997710"/>
          <a:ext cx="4493260" cy="3380740"/>
        </p:xfrm>
        <a:graphic>
          <a:graphicData uri="http://schemas.openxmlformats.org/drawingml/2006/table">
            <a:tbl>
              <a:tblPr firstRow="1" bandRow="1">
                <a:tableStyleId>{5C22544A-7EE6-4342-B048-85BDC9FD1C3A}</a:tableStyleId>
              </a:tblPr>
              <a:tblGrid>
                <a:gridCol w="4493260"/>
              </a:tblGrid>
              <a:tr h="845185">
                <a:tc>
                  <a:txBody>
                    <a:bodyPr/>
                    <a:p>
                      <a:pPr algn="ctr">
                        <a:buNone/>
                      </a:pPr>
                      <a:r>
                        <a:rPr lang="en-US" altLang="zh-CN" sz="3200">
                          <a:latin typeface="Arial" panose="020B0604020202020204" pitchFamily="34" charset="0"/>
                          <a:cs typeface="Arial" panose="020B0604020202020204" pitchFamily="34" charset="0"/>
                        </a:rPr>
                        <a:t>Agent — The Brain</a:t>
                      </a:r>
                      <a:endParaRPr lang="en-US" altLang="zh-CN" sz="3200">
                        <a:latin typeface="Arial" panose="020B0604020202020204" pitchFamily="34" charset="0"/>
                        <a:cs typeface="Arial" panose="020B0604020202020204" pitchFamily="34" charset="0"/>
                      </a:endParaRPr>
                    </a:p>
                  </a:txBody>
                  <a:tcPr/>
                </a:tc>
              </a:tr>
              <a:tr h="845185">
                <a:tc>
                  <a:txBody>
                    <a:bodyPr/>
                    <a:p>
                      <a:pPr algn="ctr">
                        <a:buNone/>
                      </a:pPr>
                      <a:r>
                        <a:rPr lang="en-US" altLang="zh-CN" sz="2400">
                          <a:latin typeface="Arial" panose="020B0604020202020204" pitchFamily="34" charset="0"/>
                          <a:cs typeface="Arial" panose="020B0604020202020204" pitchFamily="34" charset="0"/>
                        </a:rPr>
                        <a:t>ReAct Loop: Reason </a:t>
                      </a:r>
                      <a:r>
                        <a:rPr lang="en-US" altLang="en-US" sz="2400">
                          <a:latin typeface="Arial" panose="020B0604020202020204" pitchFamily="34" charset="0"/>
                          <a:cs typeface="Arial" panose="020B0604020202020204" pitchFamily="34" charset="0"/>
                        </a:rPr>
                        <a:t>→</a:t>
                      </a:r>
                      <a:r>
                        <a:rPr lang="en-US" altLang="zh-CN" sz="2400">
                          <a:latin typeface="Arial" panose="020B0604020202020204" pitchFamily="34" charset="0"/>
                          <a:cs typeface="Arial" panose="020B0604020202020204" pitchFamily="34" charset="0"/>
                        </a:rPr>
                        <a:t> Act </a:t>
                      </a:r>
                      <a:r>
                        <a:rPr lang="en-US" altLang="en-US" sz="2400">
                          <a:latin typeface="Arial" panose="020B0604020202020204" pitchFamily="34" charset="0"/>
                          <a:cs typeface="Arial" panose="020B0604020202020204" pitchFamily="34" charset="0"/>
                        </a:rPr>
                        <a:t>→</a:t>
                      </a:r>
                      <a:r>
                        <a:rPr lang="en-US" altLang="zh-CN" sz="2400">
                          <a:latin typeface="Arial" panose="020B0604020202020204" pitchFamily="34" charset="0"/>
                          <a:cs typeface="Arial" panose="020B0604020202020204" pitchFamily="34" charset="0"/>
                        </a:rPr>
                        <a:t> Observe</a:t>
                      </a:r>
                      <a:endParaRPr lang="en-US" altLang="zh-CN" sz="2400">
                        <a:latin typeface="Arial" panose="020B0604020202020204" pitchFamily="34" charset="0"/>
                        <a:cs typeface="Arial" panose="020B0604020202020204" pitchFamily="34" charset="0"/>
                      </a:endParaRPr>
                    </a:p>
                  </a:txBody>
                  <a:tcPr/>
                </a:tc>
              </a:tr>
              <a:tr h="845185">
                <a:tc>
                  <a:txBody>
                    <a:bodyPr/>
                    <a:p>
                      <a:pPr algn="ctr">
                        <a:buNone/>
                      </a:pPr>
                      <a:r>
                        <a:rPr lang="en-US" altLang="zh-CN" sz="2400">
                          <a:latin typeface="Arial" panose="020B0604020202020204" pitchFamily="34" charset="0"/>
                          <a:cs typeface="Arial" panose="020B0604020202020204" pitchFamily="34" charset="0"/>
                        </a:rPr>
                        <a:t>Calls AI models</a:t>
                      </a:r>
                      <a:endParaRPr lang="en-US" altLang="zh-CN" sz="2400">
                        <a:latin typeface="Arial" panose="020B0604020202020204" pitchFamily="34" charset="0"/>
                        <a:cs typeface="Arial" panose="020B0604020202020204" pitchFamily="34" charset="0"/>
                      </a:endParaRPr>
                    </a:p>
                  </a:txBody>
                  <a:tcPr/>
                </a:tc>
              </a:tr>
              <a:tr h="845185">
                <a:tc>
                  <a:txBody>
                    <a:bodyPr/>
                    <a:p>
                      <a:pPr algn="ctr">
                        <a:buNone/>
                      </a:pPr>
                      <a:r>
                        <a:rPr lang="en-US" altLang="zh-CN" sz="2400">
                          <a:latin typeface="Arial" panose="020B0604020202020204" pitchFamily="34" charset="0"/>
                          <a:cs typeface="Arial" panose="020B0604020202020204" pitchFamily="34" charset="0"/>
                        </a:rPr>
                        <a:t>Uses tools to complete tasks</a:t>
                      </a:r>
                      <a:endParaRPr lang="en-US" altLang="zh-CN" sz="2400">
                        <a:latin typeface="Arial" panose="020B0604020202020204" pitchFamily="34" charset="0"/>
                        <a:cs typeface="Arial" panose="020B0604020202020204" pitchFamily="34" charset="0"/>
                      </a:endParaRPr>
                    </a:p>
                    <a:p>
                      <a:pPr algn="ctr">
                        <a:buNone/>
                      </a:pPr>
                      <a:endParaRPr lang="zh-CN" altLang="en-US" sz="2400">
                        <a:latin typeface="Arial" panose="020B0604020202020204" pitchFamily="34" charset="0"/>
                        <a:cs typeface="Arial" panose="020B0604020202020204" pitchFamily="34" charset="0"/>
                      </a:endParaRPr>
                    </a:p>
                  </a:txBody>
                  <a:tcPr/>
                </a:tc>
              </a:tr>
            </a:tbl>
          </a:graphicData>
        </a:graphic>
      </p:graphicFrame>
      <p:sp>
        <p:nvSpPr>
          <p:cNvPr id="11" name="右箭头 10"/>
          <p:cNvSpPr/>
          <p:nvPr/>
        </p:nvSpPr>
        <p:spPr>
          <a:xfrm>
            <a:off x="5227320" y="2855595"/>
            <a:ext cx="2044065" cy="1597025"/>
          </a:xfrm>
          <a:prstGeom prst="rightArrow">
            <a:avLst/>
          </a:prstGeom>
          <a:solidFill>
            <a:schemeClr val="accent6">
              <a:lumMod val="7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圆角 21"/>
          <p:cNvSpPr/>
          <p:nvPr/>
        </p:nvSpPr>
        <p:spPr>
          <a:xfrm>
            <a:off x="7943850" y="2000250"/>
            <a:ext cx="3438659" cy="3717087"/>
          </a:xfrm>
          <a:prstGeom prst="roundRect">
            <a:avLst>
              <a:gd name="adj" fmla="val 3094"/>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20"/>
          <p:cNvSpPr/>
          <p:nvPr/>
        </p:nvSpPr>
        <p:spPr>
          <a:xfrm>
            <a:off x="809491" y="2000250"/>
            <a:ext cx="3438659" cy="3717087"/>
          </a:xfrm>
          <a:prstGeom prst="roundRect">
            <a:avLst>
              <a:gd name="adj" fmla="val 3094"/>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p:cNvSpPr/>
          <p:nvPr/>
        </p:nvSpPr>
        <p:spPr>
          <a:xfrm>
            <a:off x="4108450" y="1369935"/>
            <a:ext cx="4118886" cy="4722889"/>
          </a:xfrm>
          <a:prstGeom prst="roundRect">
            <a:avLst>
              <a:gd name="adj" fmla="val 2901"/>
            </a:avLst>
          </a:prstGeom>
          <a:gradFill flip="none" rotWithShape="1">
            <a:gsLst>
              <a:gs pos="100000">
                <a:schemeClr val="accent1"/>
              </a:gs>
              <a:gs pos="0">
                <a:schemeClr val="accent2"/>
              </a:gs>
            </a:gsLst>
            <a:lin ang="2700000" scaled="1"/>
            <a:tileRect/>
          </a:gradFill>
          <a:ln>
            <a:solidFill>
              <a:schemeClr val="bg1"/>
            </a:solidFill>
          </a:ln>
          <a:effectLst/>
          <a:scene3d>
            <a:camera prst="perspectiveFront"/>
            <a:lightRig rig="glow" dir="t"/>
          </a:scene3d>
          <a:sp3d extrusionH="1905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rgbClr val="000000">
                  <a:lumMod val="75000"/>
                  <a:lumOff val="25000"/>
                </a:srgbClr>
              </a:solidFill>
              <a:latin typeface="+mn-ea"/>
            </a:endParaRPr>
          </a:p>
        </p:txBody>
      </p:sp>
      <p:sp>
        <p:nvSpPr>
          <p:cNvPr id="5" name="文本框 4"/>
          <p:cNvSpPr txBox="1"/>
          <p:nvPr/>
        </p:nvSpPr>
        <p:spPr>
          <a:xfrm>
            <a:off x="4639449" y="3575150"/>
            <a:ext cx="3039290" cy="2142190"/>
          </a:xfrm>
          <a:prstGeom prst="rect">
            <a:avLst/>
          </a:prstGeom>
          <a:noFill/>
        </p:spPr>
        <p:txBody>
          <a:bodyPr wrap="square" rtlCol="0">
            <a:spAutoFit/>
          </a:bodyPr>
          <a:lstStyle/>
          <a:p>
            <a:pPr>
              <a:lnSpc>
                <a:spcPct val="120000"/>
              </a:lnSpc>
            </a:pPr>
            <a:r>
              <a:rPr lang="zh-CN" altLang="en-US" sz="1600">
                <a:solidFill>
                  <a:schemeClr val="tx1">
                    <a:lumMod val="75000"/>
                    <a:lumOff val="25000"/>
                  </a:schemeClr>
                </a:solidFill>
                <a:latin typeface="+mn-ea"/>
                <a:ea typeface="+mn-ea"/>
              </a:rPr>
              <a:t>请输入相应文本内容请输入相应文本内容请输入相应文本内容请输入相应文本内容请输入相应文本内容请输入相应文本内容请输入相应文本内容请输入相应文本内容请输入相应文本内容请输入相应文本内容</a:t>
            </a:r>
            <a:endParaRPr lang="en-US" altLang="zh-CN" sz="1600" dirty="0">
              <a:solidFill>
                <a:schemeClr val="bg1"/>
              </a:solidFill>
              <a:latin typeface="+mn-ea"/>
              <a:ea typeface="+mn-ea"/>
            </a:endParaRPr>
          </a:p>
        </p:txBody>
      </p:sp>
      <p:sp>
        <p:nvSpPr>
          <p:cNvPr id="6" name="文本框 5"/>
          <p:cNvSpPr txBox="1"/>
          <p:nvPr/>
        </p:nvSpPr>
        <p:spPr>
          <a:xfrm>
            <a:off x="5254825" y="2561017"/>
            <a:ext cx="1826141" cy="584775"/>
          </a:xfrm>
          <a:prstGeom prst="rect">
            <a:avLst/>
          </a:prstGeom>
          <a:noFill/>
        </p:spPr>
        <p:txBody>
          <a:bodyPr wrap="none" rtlCol="0">
            <a:spAutoFit/>
          </a:bodyPr>
          <a:lstStyle>
            <a:defPPr>
              <a:defRPr lang="zh-CN"/>
            </a:defPPr>
            <a:lvl1pPr algn="ctr">
              <a:defRPr sz="3200" b="1">
                <a:solidFill>
                  <a:schemeClr val="tx1">
                    <a:lumMod val="75000"/>
                    <a:lumOff val="25000"/>
                  </a:schemeClr>
                </a:solidFill>
                <a:latin typeface="+mj-lt"/>
                <a:ea typeface="+mj-ea"/>
              </a:defRPr>
            </a:lvl1pPr>
          </a:lstStyle>
          <a:p>
            <a:pPr algn="ctr"/>
            <a:r>
              <a:rPr lang="zh-CN" altLang="en-US" b="0"/>
              <a:t>输入标题</a:t>
            </a:r>
            <a:endParaRPr lang="zh-CN" altLang="en-US" b="0" dirty="0"/>
          </a:p>
        </p:txBody>
      </p:sp>
      <p:sp>
        <p:nvSpPr>
          <p:cNvPr id="7" name="文本框 6"/>
          <p:cNvSpPr txBox="1"/>
          <p:nvPr/>
        </p:nvSpPr>
        <p:spPr>
          <a:xfrm>
            <a:off x="8871183" y="2899388"/>
            <a:ext cx="1776270" cy="523220"/>
          </a:xfrm>
          <a:prstGeom prst="rect">
            <a:avLst/>
          </a:prstGeom>
          <a:noFill/>
        </p:spPr>
        <p:txBody>
          <a:bodyPr wrap="square" rtlCol="0">
            <a:spAutoFit/>
          </a:bodyPr>
          <a:lstStyle>
            <a:defPPr>
              <a:defRPr lang="zh-CN"/>
            </a:defPPr>
            <a:lvl1pPr algn="ctr">
              <a:defRPr sz="2800">
                <a:solidFill>
                  <a:schemeClr val="tx1">
                    <a:lumMod val="75000"/>
                    <a:lumOff val="25000"/>
                  </a:schemeClr>
                </a:solidFill>
                <a:latin typeface="+mj-ea"/>
                <a:ea typeface="+mj-ea"/>
              </a:defRPr>
            </a:lvl1pPr>
          </a:lstStyle>
          <a:p>
            <a:pPr algn="ctr"/>
            <a:r>
              <a:rPr lang="zh-CN" altLang="en-US"/>
              <a:t>输入标题</a:t>
            </a:r>
            <a:endParaRPr lang="zh-CN" altLang="en-US" dirty="0"/>
          </a:p>
        </p:txBody>
      </p:sp>
      <p:sp>
        <p:nvSpPr>
          <p:cNvPr id="8" name="文本框 7"/>
          <p:cNvSpPr txBox="1"/>
          <p:nvPr/>
        </p:nvSpPr>
        <p:spPr>
          <a:xfrm>
            <a:off x="1192850" y="3697616"/>
            <a:ext cx="2554600" cy="1627433"/>
          </a:xfrm>
          <a:prstGeom prst="rect">
            <a:avLst/>
          </a:prstGeom>
          <a:noFill/>
        </p:spPr>
        <p:txBody>
          <a:bodyPr wrap="square" rtlCol="0">
            <a:spAutoFit/>
          </a:bodyPr>
          <a:lstStyle/>
          <a:p>
            <a:pPr>
              <a:lnSpc>
                <a:spcPct val="120000"/>
              </a:lnSpc>
            </a:pPr>
            <a:r>
              <a:rPr lang="zh-CN" altLang="en-US" sz="1400">
                <a:solidFill>
                  <a:schemeClr val="tx1">
                    <a:lumMod val="75000"/>
                    <a:lumOff val="25000"/>
                  </a:schemeClr>
                </a:solidFill>
                <a:latin typeface="+mn-ea"/>
                <a:ea typeface="+mn-ea"/>
              </a:rPr>
              <a:t>请输入相应文本内容请输入相应文本内容请输入相应文本内容请输入相应文本内容请输入相应文本内容请输入相应文本内容请输入相应文本内容请输入相应文本内容</a:t>
            </a:r>
            <a:endParaRPr lang="zh-CN" altLang="en-US" sz="1400" dirty="0">
              <a:solidFill>
                <a:schemeClr val="tx1">
                  <a:lumMod val="75000"/>
                  <a:lumOff val="25000"/>
                </a:schemeClr>
              </a:solidFill>
              <a:latin typeface="+mn-ea"/>
              <a:ea typeface="+mn-ea"/>
            </a:endParaRPr>
          </a:p>
        </p:txBody>
      </p:sp>
      <p:sp>
        <p:nvSpPr>
          <p:cNvPr id="9" name="文本框 8"/>
          <p:cNvSpPr txBox="1"/>
          <p:nvPr/>
        </p:nvSpPr>
        <p:spPr>
          <a:xfrm>
            <a:off x="1577246" y="2899388"/>
            <a:ext cx="1887357" cy="523220"/>
          </a:xfrm>
          <a:prstGeom prst="rect">
            <a:avLst/>
          </a:prstGeom>
          <a:noFill/>
        </p:spPr>
        <p:txBody>
          <a:bodyPr wrap="square" rtlCol="0">
            <a:spAutoFit/>
          </a:bodyPr>
          <a:lstStyle>
            <a:defPPr>
              <a:defRPr lang="zh-CN"/>
            </a:defPPr>
            <a:lvl1pPr>
              <a:defRPr sz="2800">
                <a:solidFill>
                  <a:schemeClr val="tx1">
                    <a:lumMod val="75000"/>
                    <a:lumOff val="25000"/>
                  </a:schemeClr>
                </a:solidFill>
                <a:latin typeface="+mj-ea"/>
                <a:ea typeface="+mj-ea"/>
              </a:defRPr>
            </a:lvl1pPr>
          </a:lstStyle>
          <a:p>
            <a:pPr algn="ctr"/>
            <a:r>
              <a:rPr lang="zh-CN" altLang="en-US"/>
              <a:t>输入标题</a:t>
            </a:r>
            <a:endParaRPr lang="zh-CN" altLang="en-US" dirty="0"/>
          </a:p>
        </p:txBody>
      </p:sp>
      <p:cxnSp>
        <p:nvCxnSpPr>
          <p:cNvPr id="10" name="直接连接符 9"/>
          <p:cNvCxnSpPr/>
          <p:nvPr/>
        </p:nvCxnSpPr>
        <p:spPr>
          <a:xfrm flipH="1">
            <a:off x="2176845" y="3555044"/>
            <a:ext cx="58661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9386662" y="2314613"/>
            <a:ext cx="670375" cy="584775"/>
          </a:xfrm>
          <a:prstGeom prst="rect">
            <a:avLst/>
          </a:prstGeom>
          <a:noFill/>
        </p:spPr>
        <p:txBody>
          <a:bodyPr wrap="none" rtlCol="0">
            <a:spAutoFit/>
          </a:bodyPr>
          <a:lstStyle>
            <a:defPPr>
              <a:defRPr lang="zh-CN"/>
            </a:defPPr>
            <a:lvl1pPr algn="ctr">
              <a:defRPr sz="3200" b="1">
                <a:gradFill flip="none" rotWithShape="1">
                  <a:gsLst>
                    <a:gs pos="0">
                      <a:schemeClr val="accent1"/>
                    </a:gs>
                    <a:gs pos="100000">
                      <a:schemeClr val="accent2"/>
                    </a:gs>
                  </a:gsLst>
                  <a:lin ang="13500000" scaled="1"/>
                  <a:tileRect/>
                </a:gradFill>
                <a:latin typeface="+mj-lt"/>
                <a:ea typeface="+mj-ea"/>
              </a:defRPr>
            </a:lvl1pPr>
          </a:lstStyle>
          <a:p>
            <a:r>
              <a:rPr lang="en-US" altLang="zh-CN" b="0" dirty="0">
                <a:solidFill>
                  <a:schemeClr val="accent1"/>
                </a:solidFill>
              </a:rPr>
              <a:t>03</a:t>
            </a:r>
            <a:endParaRPr lang="en-US" altLang="zh-CN" b="0" dirty="0">
              <a:solidFill>
                <a:schemeClr val="accent1"/>
              </a:solidFill>
            </a:endParaRPr>
          </a:p>
        </p:txBody>
      </p:sp>
      <p:sp>
        <p:nvSpPr>
          <p:cNvPr id="12" name="文本框 11"/>
          <p:cNvSpPr txBox="1"/>
          <p:nvPr/>
        </p:nvSpPr>
        <p:spPr>
          <a:xfrm>
            <a:off x="2161412" y="2314613"/>
            <a:ext cx="617477" cy="584775"/>
          </a:xfrm>
          <a:prstGeom prst="rect">
            <a:avLst/>
          </a:prstGeom>
          <a:noFill/>
        </p:spPr>
        <p:txBody>
          <a:bodyPr wrap="none" rtlCol="0">
            <a:spAutoFit/>
          </a:bodyPr>
          <a:lstStyle/>
          <a:p>
            <a:pPr algn="ctr"/>
            <a:r>
              <a:rPr lang="en-US" altLang="zh-CN" sz="3200" dirty="0">
                <a:solidFill>
                  <a:schemeClr val="accent1"/>
                </a:solidFill>
                <a:latin typeface="+mj-lt"/>
                <a:ea typeface="+mj-ea"/>
              </a:rPr>
              <a:t>01</a:t>
            </a:r>
            <a:endParaRPr lang="zh-CN" altLang="en-US" sz="3200" dirty="0">
              <a:solidFill>
                <a:schemeClr val="accent1"/>
              </a:solidFill>
              <a:latin typeface="+mj-lt"/>
              <a:ea typeface="+mj-ea"/>
            </a:endParaRPr>
          </a:p>
        </p:txBody>
      </p:sp>
      <p:cxnSp>
        <p:nvCxnSpPr>
          <p:cNvPr id="13" name="直接连接符 12"/>
          <p:cNvCxnSpPr/>
          <p:nvPr/>
        </p:nvCxnSpPr>
        <p:spPr>
          <a:xfrm flipH="1">
            <a:off x="5874588" y="3330463"/>
            <a:ext cx="58661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9428545" y="3555044"/>
            <a:ext cx="58661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8444550" y="3697616"/>
            <a:ext cx="2554600" cy="1629485"/>
          </a:xfrm>
          <a:prstGeom prst="rect">
            <a:avLst/>
          </a:prstGeom>
          <a:noFill/>
        </p:spPr>
        <p:txBody>
          <a:bodyPr wrap="square" rtlCol="0">
            <a:spAutoFit/>
          </a:bodyPr>
          <a:lstStyle/>
          <a:p>
            <a:pPr>
              <a:lnSpc>
                <a:spcPct val="120000"/>
              </a:lnSpc>
            </a:pPr>
            <a:r>
              <a:rPr lang="zh-CN" altLang="en-US" sz="1400">
                <a:solidFill>
                  <a:schemeClr val="tx1">
                    <a:lumMod val="75000"/>
                    <a:lumOff val="25000"/>
                  </a:schemeClr>
                </a:solidFill>
                <a:latin typeface="+mn-ea"/>
                <a:ea typeface="+mn-ea"/>
              </a:rPr>
              <a:t>请输入相应文本内容请输入相应文本内容请输入相应文本内容请输入相应文本内容请输入相应文本内容请输入相应文本内容请输入相应文本内容请输入相应文本内容</a:t>
            </a:r>
            <a:endParaRPr lang="zh-CN" altLang="en-US" sz="1400" dirty="0">
              <a:solidFill>
                <a:schemeClr val="tx1">
                  <a:lumMod val="75000"/>
                  <a:lumOff val="25000"/>
                </a:schemeClr>
              </a:solidFill>
              <a:latin typeface="+mn-ea"/>
              <a:ea typeface="+mn-ea"/>
            </a:endParaRPr>
          </a:p>
        </p:txBody>
      </p:sp>
      <p:sp>
        <p:nvSpPr>
          <p:cNvPr id="16" name="文本框 15"/>
          <p:cNvSpPr txBox="1"/>
          <p:nvPr/>
        </p:nvSpPr>
        <p:spPr>
          <a:xfrm>
            <a:off x="5803851" y="1932242"/>
            <a:ext cx="728084" cy="646331"/>
          </a:xfrm>
          <a:prstGeom prst="rect">
            <a:avLst/>
          </a:prstGeom>
          <a:noFill/>
        </p:spPr>
        <p:txBody>
          <a:bodyPr wrap="none" rtlCol="0">
            <a:spAutoFit/>
          </a:bodyPr>
          <a:lstStyle>
            <a:defPPr>
              <a:defRPr lang="zh-CN"/>
            </a:defPPr>
            <a:lvl1pPr algn="ctr">
              <a:defRPr sz="3200" b="1">
                <a:gradFill flip="none" rotWithShape="1">
                  <a:gsLst>
                    <a:gs pos="0">
                      <a:schemeClr val="accent1"/>
                    </a:gs>
                    <a:gs pos="100000">
                      <a:schemeClr val="accent2"/>
                    </a:gs>
                  </a:gsLst>
                  <a:lin ang="13500000" scaled="1"/>
                  <a:tileRect/>
                </a:gradFill>
                <a:latin typeface="+mj-lt"/>
                <a:ea typeface="+mj-ea"/>
              </a:defRPr>
            </a:lvl1pPr>
          </a:lstStyle>
          <a:p>
            <a:r>
              <a:rPr lang="en-US" altLang="zh-CN" sz="3600" b="0" dirty="0">
                <a:solidFill>
                  <a:schemeClr val="bg1"/>
                </a:solidFill>
              </a:rPr>
              <a:t>02</a:t>
            </a:r>
            <a:endParaRPr lang="en-US" altLang="zh-CN" sz="3600" b="0" dirty="0">
              <a:solidFill>
                <a:schemeClr val="bg1"/>
              </a:solidFill>
            </a:endParaRPr>
          </a:p>
        </p:txBody>
      </p:sp>
      <p:grpSp>
        <p:nvGrpSpPr>
          <p:cNvPr id="17" name="组合 16"/>
          <p:cNvGrpSpPr/>
          <p:nvPr/>
        </p:nvGrpSpPr>
        <p:grpSpPr>
          <a:xfrm>
            <a:off x="809491" y="434711"/>
            <a:ext cx="507873" cy="601076"/>
            <a:chOff x="660399" y="462331"/>
            <a:chExt cx="571289" cy="676130"/>
          </a:xfrm>
        </p:grpSpPr>
        <p:sp>
          <p:nvSpPr>
            <p:cNvPr id="18" name="等腰三角形 17"/>
            <p:cNvSpPr/>
            <p:nvPr/>
          </p:nvSpPr>
          <p:spPr>
            <a:xfrm rot="5400000">
              <a:off x="625132" y="662346"/>
              <a:ext cx="511382" cy="440847"/>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19" name="等腰三角形 18"/>
            <p:cNvSpPr/>
            <p:nvPr/>
          </p:nvSpPr>
          <p:spPr>
            <a:xfrm rot="5400000">
              <a:off x="755574" y="497598"/>
              <a:ext cx="511382" cy="440847"/>
            </a:xfrm>
            <a:prstGeom prst="triangl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0" name="文本框 19"/>
          <p:cNvSpPr txBox="1"/>
          <p:nvPr/>
        </p:nvSpPr>
        <p:spPr>
          <a:xfrm>
            <a:off x="1441898" y="503042"/>
            <a:ext cx="5669783" cy="523220"/>
          </a:xfrm>
          <a:prstGeom prst="rect">
            <a:avLst/>
          </a:prstGeom>
          <a:noFill/>
        </p:spPr>
        <p:txBody>
          <a:bodyPr wrap="square" rtlCol="0">
            <a:spAutoFit/>
          </a:bodyPr>
          <a:lstStyle/>
          <a:p>
            <a:r>
              <a:rPr lang="zh-CN" altLang="en-US" sz="2800" b="1">
                <a:latin typeface="+mj-ea"/>
                <a:ea typeface="+mj-ea"/>
              </a:rPr>
              <a:t>请输入标题</a:t>
            </a:r>
            <a:endParaRPr lang="zh-CN" altLang="en-US" sz="2800" b="1">
              <a:latin typeface="+mj-ea"/>
              <a:ea typeface="+mj-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27297" y="2439580"/>
            <a:ext cx="1664258" cy="1255793"/>
          </a:xfrm>
          <a:prstGeom prst="rect">
            <a:avLst/>
          </a:prstGeom>
          <a:noFill/>
        </p:spPr>
        <p:txBody>
          <a:bodyPr wrap="square" rtlCol="0">
            <a:spAutoFit/>
          </a:bodyPr>
          <a:lstStyle/>
          <a:p>
            <a:pPr>
              <a:lnSpc>
                <a:spcPct val="120000"/>
              </a:lnSpc>
            </a:pPr>
            <a:r>
              <a:rPr lang="zh-CN" altLang="en-US" sz="1600">
                <a:latin typeface="+mn-ea"/>
                <a:ea typeface="+mn-ea"/>
              </a:rPr>
              <a:t>请输入文本内容请输入文本内容请输入文本内容请输入文本内容</a:t>
            </a:r>
            <a:endParaRPr lang="zh-CN" altLang="en-US" sz="1600" dirty="0">
              <a:latin typeface="+mn-ea"/>
              <a:ea typeface="+mn-ea"/>
            </a:endParaRPr>
          </a:p>
        </p:txBody>
      </p:sp>
      <p:sp>
        <p:nvSpPr>
          <p:cNvPr id="3" name="文本框 2"/>
          <p:cNvSpPr txBox="1"/>
          <p:nvPr/>
        </p:nvSpPr>
        <p:spPr>
          <a:xfrm>
            <a:off x="3755585" y="2409006"/>
            <a:ext cx="1664258" cy="1255793"/>
          </a:xfrm>
          <a:prstGeom prst="rect">
            <a:avLst/>
          </a:prstGeom>
          <a:noFill/>
        </p:spPr>
        <p:txBody>
          <a:bodyPr wrap="square" rtlCol="0">
            <a:spAutoFit/>
          </a:bodyPr>
          <a:lstStyle/>
          <a:p>
            <a:pPr>
              <a:lnSpc>
                <a:spcPct val="120000"/>
              </a:lnSpc>
            </a:pPr>
            <a:r>
              <a:rPr lang="zh-CN" altLang="en-US" sz="1600">
                <a:latin typeface="+mn-ea"/>
                <a:ea typeface="+mn-ea"/>
              </a:rPr>
              <a:t>请输入文本内容请输入文本内容请输入文本内容请输入文本内容</a:t>
            </a:r>
            <a:endParaRPr lang="zh-CN" altLang="en-US" sz="1600" dirty="0">
              <a:latin typeface="+mn-ea"/>
              <a:ea typeface="+mn-ea"/>
            </a:endParaRPr>
          </a:p>
        </p:txBody>
      </p:sp>
      <p:sp>
        <p:nvSpPr>
          <p:cNvPr id="4" name="文本框 3"/>
          <p:cNvSpPr txBox="1"/>
          <p:nvPr/>
        </p:nvSpPr>
        <p:spPr>
          <a:xfrm>
            <a:off x="6611892" y="2409006"/>
            <a:ext cx="1648207" cy="1255793"/>
          </a:xfrm>
          <a:prstGeom prst="rect">
            <a:avLst/>
          </a:prstGeom>
          <a:noFill/>
        </p:spPr>
        <p:txBody>
          <a:bodyPr wrap="square" rtlCol="0">
            <a:spAutoFit/>
          </a:bodyPr>
          <a:lstStyle/>
          <a:p>
            <a:pPr>
              <a:lnSpc>
                <a:spcPct val="120000"/>
              </a:lnSpc>
            </a:pPr>
            <a:r>
              <a:rPr lang="zh-CN" altLang="en-US" sz="1600">
                <a:latin typeface="+mn-ea"/>
                <a:ea typeface="+mn-ea"/>
              </a:rPr>
              <a:t>请输入文本内容请输入文本内容请输入文本内容请输入文本内容</a:t>
            </a:r>
            <a:endParaRPr lang="zh-CN" altLang="en-US" sz="1600" dirty="0">
              <a:latin typeface="+mn-ea"/>
              <a:ea typeface="+mn-ea"/>
            </a:endParaRPr>
          </a:p>
        </p:txBody>
      </p:sp>
      <p:sp>
        <p:nvSpPr>
          <p:cNvPr id="5" name="文本框 4"/>
          <p:cNvSpPr txBox="1"/>
          <p:nvPr/>
        </p:nvSpPr>
        <p:spPr>
          <a:xfrm>
            <a:off x="9452148" y="2409006"/>
            <a:ext cx="1664258" cy="1255793"/>
          </a:xfrm>
          <a:prstGeom prst="rect">
            <a:avLst/>
          </a:prstGeom>
          <a:noFill/>
        </p:spPr>
        <p:txBody>
          <a:bodyPr wrap="square" rtlCol="0">
            <a:spAutoFit/>
          </a:bodyPr>
          <a:lstStyle/>
          <a:p>
            <a:pPr>
              <a:lnSpc>
                <a:spcPct val="120000"/>
              </a:lnSpc>
            </a:pPr>
            <a:r>
              <a:rPr lang="zh-CN" altLang="en-US" sz="1600">
                <a:latin typeface="+mn-ea"/>
                <a:ea typeface="+mn-ea"/>
              </a:rPr>
              <a:t>请输入文本内容请输入文本内容请输入文本内容请输入文本内容</a:t>
            </a:r>
            <a:endParaRPr lang="zh-CN" altLang="en-US" sz="1600" dirty="0">
              <a:latin typeface="+mn-ea"/>
              <a:ea typeface="+mn-ea"/>
            </a:endParaRPr>
          </a:p>
        </p:txBody>
      </p:sp>
      <p:sp>
        <p:nvSpPr>
          <p:cNvPr id="6" name="文本框 5"/>
          <p:cNvSpPr txBox="1"/>
          <p:nvPr/>
        </p:nvSpPr>
        <p:spPr>
          <a:xfrm>
            <a:off x="1027296" y="4704202"/>
            <a:ext cx="1648206" cy="1255793"/>
          </a:xfrm>
          <a:prstGeom prst="rect">
            <a:avLst/>
          </a:prstGeom>
          <a:noFill/>
        </p:spPr>
        <p:txBody>
          <a:bodyPr wrap="square" rtlCol="0">
            <a:spAutoFit/>
          </a:bodyPr>
          <a:lstStyle/>
          <a:p>
            <a:pPr>
              <a:lnSpc>
                <a:spcPct val="120000"/>
              </a:lnSpc>
            </a:pPr>
            <a:r>
              <a:rPr lang="zh-CN" altLang="en-US" sz="1600">
                <a:latin typeface="+mn-ea"/>
                <a:ea typeface="+mn-ea"/>
              </a:rPr>
              <a:t>请输入文本内容请输入文本内容请输入文本内容请输入文本内容</a:t>
            </a:r>
            <a:endParaRPr lang="zh-CN" altLang="en-US" sz="1600" dirty="0">
              <a:latin typeface="+mn-ea"/>
              <a:ea typeface="+mn-ea"/>
            </a:endParaRPr>
          </a:p>
        </p:txBody>
      </p:sp>
      <p:sp>
        <p:nvSpPr>
          <p:cNvPr id="7" name="文本框 6"/>
          <p:cNvSpPr txBox="1"/>
          <p:nvPr/>
        </p:nvSpPr>
        <p:spPr>
          <a:xfrm>
            <a:off x="3753370" y="4704202"/>
            <a:ext cx="1648206" cy="1255793"/>
          </a:xfrm>
          <a:prstGeom prst="rect">
            <a:avLst/>
          </a:prstGeom>
          <a:noFill/>
        </p:spPr>
        <p:txBody>
          <a:bodyPr wrap="square" rtlCol="0">
            <a:spAutoFit/>
          </a:bodyPr>
          <a:lstStyle/>
          <a:p>
            <a:pPr>
              <a:lnSpc>
                <a:spcPct val="120000"/>
              </a:lnSpc>
            </a:pPr>
            <a:r>
              <a:rPr lang="zh-CN" altLang="en-US" sz="1600">
                <a:latin typeface="+mn-ea"/>
                <a:ea typeface="+mn-ea"/>
              </a:rPr>
              <a:t>请输入文本内容请输入文本内容请输入文本内容请输入文本内容</a:t>
            </a:r>
            <a:endParaRPr lang="zh-CN" altLang="en-US" sz="1600" dirty="0">
              <a:latin typeface="+mn-ea"/>
              <a:ea typeface="+mn-ea"/>
            </a:endParaRPr>
          </a:p>
        </p:txBody>
      </p:sp>
      <p:sp>
        <p:nvSpPr>
          <p:cNvPr id="8" name="文本框 7"/>
          <p:cNvSpPr txBox="1"/>
          <p:nvPr/>
        </p:nvSpPr>
        <p:spPr>
          <a:xfrm>
            <a:off x="6611893" y="4704202"/>
            <a:ext cx="1648206" cy="1255793"/>
          </a:xfrm>
          <a:prstGeom prst="rect">
            <a:avLst/>
          </a:prstGeom>
          <a:noFill/>
        </p:spPr>
        <p:txBody>
          <a:bodyPr wrap="square" rtlCol="0">
            <a:spAutoFit/>
          </a:bodyPr>
          <a:lstStyle/>
          <a:p>
            <a:pPr>
              <a:lnSpc>
                <a:spcPct val="120000"/>
              </a:lnSpc>
            </a:pPr>
            <a:r>
              <a:rPr lang="zh-CN" altLang="en-US" sz="1600">
                <a:latin typeface="+mn-ea"/>
                <a:ea typeface="+mn-ea"/>
              </a:rPr>
              <a:t>请输入文本内容请输入文本内容请输入文本内容请输入文本内容</a:t>
            </a:r>
            <a:endParaRPr lang="zh-CN" altLang="en-US" sz="1600" dirty="0">
              <a:latin typeface="+mn-ea"/>
              <a:ea typeface="+mn-ea"/>
            </a:endParaRPr>
          </a:p>
        </p:txBody>
      </p:sp>
      <p:sp>
        <p:nvSpPr>
          <p:cNvPr id="9" name="文本框 8"/>
          <p:cNvSpPr txBox="1"/>
          <p:nvPr/>
        </p:nvSpPr>
        <p:spPr>
          <a:xfrm>
            <a:off x="9452151" y="4704202"/>
            <a:ext cx="1712553" cy="1255793"/>
          </a:xfrm>
          <a:prstGeom prst="rect">
            <a:avLst/>
          </a:prstGeom>
          <a:noFill/>
        </p:spPr>
        <p:txBody>
          <a:bodyPr wrap="square" rtlCol="0">
            <a:spAutoFit/>
          </a:bodyPr>
          <a:lstStyle/>
          <a:p>
            <a:pPr>
              <a:lnSpc>
                <a:spcPct val="120000"/>
              </a:lnSpc>
            </a:pPr>
            <a:r>
              <a:rPr lang="zh-CN" altLang="en-US" sz="1600">
                <a:latin typeface="+mn-ea"/>
                <a:ea typeface="+mn-ea"/>
              </a:rPr>
              <a:t>请输入文本内容请输入文本内容请输入文本内容请输入文本内容</a:t>
            </a:r>
            <a:endParaRPr lang="zh-CN" altLang="en-US" sz="1600" dirty="0">
              <a:latin typeface="+mn-ea"/>
              <a:ea typeface="+mn-ea"/>
            </a:endParaRPr>
          </a:p>
        </p:txBody>
      </p:sp>
      <p:sp>
        <p:nvSpPr>
          <p:cNvPr id="10" name="矩形: 对角圆角 9"/>
          <p:cNvSpPr/>
          <p:nvPr/>
        </p:nvSpPr>
        <p:spPr>
          <a:xfrm>
            <a:off x="776808" y="1723271"/>
            <a:ext cx="2081179" cy="631472"/>
          </a:xfrm>
          <a:prstGeom prst="round2DiagRect">
            <a:avLst>
              <a:gd name="adj1" fmla="val 50000"/>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4472C4">
                      <a:lumMod val="5000"/>
                      <a:lumOff val="95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effectLst/>
              <a:uLnTx/>
              <a:uFillTx/>
              <a:latin typeface="+mj-ea"/>
              <a:ea typeface="+mj-ea"/>
              <a:cs typeface="+mn-cs"/>
            </a:endParaRPr>
          </a:p>
        </p:txBody>
      </p:sp>
      <p:sp>
        <p:nvSpPr>
          <p:cNvPr id="11" name="矩形: 对角圆角 10"/>
          <p:cNvSpPr/>
          <p:nvPr/>
        </p:nvSpPr>
        <p:spPr>
          <a:xfrm>
            <a:off x="3620743" y="1723271"/>
            <a:ext cx="2081179" cy="631472"/>
          </a:xfrm>
          <a:prstGeom prst="round2DiagRect">
            <a:avLst>
              <a:gd name="adj1" fmla="val 50000"/>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4472C4">
                      <a:lumMod val="5000"/>
                      <a:lumOff val="95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effectLst/>
              <a:uLnTx/>
              <a:uFillTx/>
              <a:latin typeface="+mj-ea"/>
              <a:ea typeface="+mj-ea"/>
              <a:cs typeface="+mn-cs"/>
            </a:endParaRPr>
          </a:p>
        </p:txBody>
      </p:sp>
      <p:sp>
        <p:nvSpPr>
          <p:cNvPr id="12" name="矩形: 对角圆角 11"/>
          <p:cNvSpPr/>
          <p:nvPr/>
        </p:nvSpPr>
        <p:spPr>
          <a:xfrm>
            <a:off x="6464678" y="1723271"/>
            <a:ext cx="2081179" cy="631472"/>
          </a:xfrm>
          <a:prstGeom prst="round2DiagRect">
            <a:avLst>
              <a:gd name="adj1" fmla="val 50000"/>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4472C4">
                      <a:lumMod val="5000"/>
                      <a:lumOff val="95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effectLst/>
              <a:uLnTx/>
              <a:uFillTx/>
              <a:latin typeface="+mj-ea"/>
              <a:ea typeface="+mj-ea"/>
              <a:cs typeface="+mn-cs"/>
            </a:endParaRPr>
          </a:p>
        </p:txBody>
      </p:sp>
      <p:sp>
        <p:nvSpPr>
          <p:cNvPr id="13" name="矩形: 对角圆角 12"/>
          <p:cNvSpPr/>
          <p:nvPr/>
        </p:nvSpPr>
        <p:spPr>
          <a:xfrm>
            <a:off x="9308613" y="1723271"/>
            <a:ext cx="2081179" cy="631472"/>
          </a:xfrm>
          <a:prstGeom prst="round2DiagRect">
            <a:avLst>
              <a:gd name="adj1" fmla="val 50000"/>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4472C4">
                      <a:lumMod val="5000"/>
                      <a:lumOff val="95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effectLst/>
              <a:uLnTx/>
              <a:uFillTx/>
              <a:latin typeface="+mj-ea"/>
              <a:ea typeface="+mj-ea"/>
              <a:cs typeface="+mn-cs"/>
            </a:endParaRPr>
          </a:p>
        </p:txBody>
      </p:sp>
      <p:sp>
        <p:nvSpPr>
          <p:cNvPr id="14" name="矩形: 对角圆角 13"/>
          <p:cNvSpPr/>
          <p:nvPr/>
        </p:nvSpPr>
        <p:spPr>
          <a:xfrm>
            <a:off x="776808" y="3979063"/>
            <a:ext cx="2081179" cy="631472"/>
          </a:xfrm>
          <a:prstGeom prst="round2DiagRect">
            <a:avLst>
              <a:gd name="adj1" fmla="val 50000"/>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4472C4">
                      <a:lumMod val="5000"/>
                      <a:lumOff val="95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effectLst/>
              <a:uLnTx/>
              <a:uFillTx/>
              <a:latin typeface="+mj-ea"/>
              <a:ea typeface="+mj-ea"/>
              <a:cs typeface="+mn-cs"/>
            </a:endParaRPr>
          </a:p>
        </p:txBody>
      </p:sp>
      <p:sp>
        <p:nvSpPr>
          <p:cNvPr id="15" name="矩形: 对角圆角 14"/>
          <p:cNvSpPr/>
          <p:nvPr/>
        </p:nvSpPr>
        <p:spPr>
          <a:xfrm>
            <a:off x="3620743" y="3979063"/>
            <a:ext cx="2081179" cy="631472"/>
          </a:xfrm>
          <a:prstGeom prst="round2DiagRect">
            <a:avLst>
              <a:gd name="adj1" fmla="val 50000"/>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4472C4">
                      <a:lumMod val="5000"/>
                      <a:lumOff val="95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effectLst/>
              <a:uLnTx/>
              <a:uFillTx/>
              <a:latin typeface="+mj-ea"/>
              <a:ea typeface="+mj-ea"/>
              <a:cs typeface="+mn-cs"/>
            </a:endParaRPr>
          </a:p>
        </p:txBody>
      </p:sp>
      <p:sp>
        <p:nvSpPr>
          <p:cNvPr id="16" name="矩形: 对角圆角 15"/>
          <p:cNvSpPr/>
          <p:nvPr/>
        </p:nvSpPr>
        <p:spPr>
          <a:xfrm>
            <a:off x="6464678" y="3979063"/>
            <a:ext cx="2081179" cy="631472"/>
          </a:xfrm>
          <a:prstGeom prst="round2DiagRect">
            <a:avLst>
              <a:gd name="adj1" fmla="val 50000"/>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4472C4">
                      <a:lumMod val="5000"/>
                      <a:lumOff val="95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effectLst/>
              <a:uLnTx/>
              <a:uFillTx/>
              <a:latin typeface="+mj-ea"/>
              <a:ea typeface="+mj-ea"/>
              <a:cs typeface="+mn-cs"/>
            </a:endParaRPr>
          </a:p>
        </p:txBody>
      </p:sp>
      <p:sp>
        <p:nvSpPr>
          <p:cNvPr id="17" name="矩形: 对角圆角 16"/>
          <p:cNvSpPr/>
          <p:nvPr/>
        </p:nvSpPr>
        <p:spPr>
          <a:xfrm>
            <a:off x="9308613" y="3979063"/>
            <a:ext cx="2081179" cy="631472"/>
          </a:xfrm>
          <a:prstGeom prst="round2DiagRect">
            <a:avLst>
              <a:gd name="adj1" fmla="val 50000"/>
              <a:gd name="adj2" fmla="val 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gradFill>
                <a:gsLst>
                  <a:gs pos="0">
                    <a:srgbClr val="4472C4">
                      <a:lumMod val="5000"/>
                      <a:lumOff val="95000"/>
                    </a:srgbClr>
                  </a:gs>
                  <a:gs pos="74000">
                    <a:srgbClr val="4472C4">
                      <a:lumMod val="45000"/>
                      <a:lumOff val="55000"/>
                    </a:srgbClr>
                  </a:gs>
                  <a:gs pos="83000">
                    <a:srgbClr val="4472C4">
                      <a:lumMod val="45000"/>
                      <a:lumOff val="55000"/>
                    </a:srgbClr>
                  </a:gs>
                  <a:gs pos="100000">
                    <a:srgbClr val="4472C4">
                      <a:lumMod val="30000"/>
                      <a:lumOff val="70000"/>
                    </a:srgbClr>
                  </a:gs>
                </a:gsLst>
                <a:lin ang="5400000" scaled="1"/>
              </a:gradFill>
              <a:effectLst/>
              <a:uLnTx/>
              <a:uFillTx/>
              <a:latin typeface="+mj-ea"/>
              <a:ea typeface="+mj-ea"/>
              <a:cs typeface="+mn-cs"/>
            </a:endParaRPr>
          </a:p>
        </p:txBody>
      </p:sp>
      <p:sp>
        <p:nvSpPr>
          <p:cNvPr id="18" name="文本框 17"/>
          <p:cNvSpPr txBox="1"/>
          <p:nvPr/>
        </p:nvSpPr>
        <p:spPr>
          <a:xfrm>
            <a:off x="1212105" y="1860582"/>
            <a:ext cx="121058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mj-ea"/>
                <a:ea typeface="+mj-ea"/>
                <a:cs typeface="+mn-cs"/>
              </a:rPr>
              <a:t>输入标题</a:t>
            </a:r>
            <a:endParaRPr kumimoji="0" lang="zh-CN" altLang="en-US" sz="2000" b="0" i="0" u="none" strike="noStrike" kern="1200" cap="none" spc="0" normalizeH="0" baseline="0" noProof="0" dirty="0">
              <a:ln>
                <a:noFill/>
              </a:ln>
              <a:solidFill>
                <a:prstClr val="white"/>
              </a:solidFill>
              <a:effectLst/>
              <a:uLnTx/>
              <a:uFillTx/>
              <a:latin typeface="+mj-ea"/>
              <a:ea typeface="+mj-ea"/>
              <a:cs typeface="+mn-cs"/>
            </a:endParaRPr>
          </a:p>
        </p:txBody>
      </p:sp>
      <p:sp>
        <p:nvSpPr>
          <p:cNvPr id="19" name="文本框 18"/>
          <p:cNvSpPr txBox="1"/>
          <p:nvPr/>
        </p:nvSpPr>
        <p:spPr>
          <a:xfrm>
            <a:off x="4056039" y="1860582"/>
            <a:ext cx="121058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mj-ea"/>
                <a:ea typeface="+mj-ea"/>
                <a:cs typeface="+mn-cs"/>
              </a:rPr>
              <a:t>输入标题</a:t>
            </a:r>
            <a:endParaRPr kumimoji="0" lang="zh-CN" altLang="en-US" sz="2000" b="0" i="0" u="none" strike="noStrike" kern="1200" cap="none" spc="0" normalizeH="0" baseline="0" noProof="0" dirty="0">
              <a:ln>
                <a:noFill/>
              </a:ln>
              <a:solidFill>
                <a:prstClr val="white"/>
              </a:solidFill>
              <a:effectLst/>
              <a:uLnTx/>
              <a:uFillTx/>
              <a:latin typeface="+mj-ea"/>
              <a:ea typeface="+mj-ea"/>
              <a:cs typeface="+mn-cs"/>
            </a:endParaRPr>
          </a:p>
        </p:txBody>
      </p:sp>
      <p:sp>
        <p:nvSpPr>
          <p:cNvPr id="20" name="文本框 19"/>
          <p:cNvSpPr txBox="1"/>
          <p:nvPr/>
        </p:nvSpPr>
        <p:spPr>
          <a:xfrm>
            <a:off x="6899974" y="1860582"/>
            <a:ext cx="121058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mj-ea"/>
                <a:ea typeface="+mj-ea"/>
                <a:cs typeface="+mn-cs"/>
              </a:rPr>
              <a:t>输入标题</a:t>
            </a:r>
            <a:endParaRPr kumimoji="0" lang="zh-CN" altLang="en-US" sz="2000" b="0" i="0" u="none" strike="noStrike" kern="1200" cap="none" spc="0" normalizeH="0" baseline="0" noProof="0" dirty="0">
              <a:ln>
                <a:noFill/>
              </a:ln>
              <a:solidFill>
                <a:prstClr val="white"/>
              </a:solidFill>
              <a:effectLst/>
              <a:uLnTx/>
              <a:uFillTx/>
              <a:latin typeface="+mj-ea"/>
              <a:ea typeface="+mj-ea"/>
              <a:cs typeface="+mn-cs"/>
            </a:endParaRPr>
          </a:p>
        </p:txBody>
      </p:sp>
      <p:sp>
        <p:nvSpPr>
          <p:cNvPr id="21" name="文本框 20"/>
          <p:cNvSpPr txBox="1"/>
          <p:nvPr/>
        </p:nvSpPr>
        <p:spPr>
          <a:xfrm>
            <a:off x="9743909" y="1860582"/>
            <a:ext cx="121058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mj-ea"/>
                <a:ea typeface="+mj-ea"/>
                <a:cs typeface="+mn-cs"/>
              </a:rPr>
              <a:t>输入标题</a:t>
            </a:r>
            <a:endParaRPr kumimoji="0" lang="zh-CN" altLang="en-US" sz="2000" b="0" i="0" u="none" strike="noStrike" kern="1200" cap="none" spc="0" normalizeH="0" baseline="0" noProof="0" dirty="0">
              <a:ln>
                <a:noFill/>
              </a:ln>
              <a:solidFill>
                <a:prstClr val="white"/>
              </a:solidFill>
              <a:effectLst/>
              <a:uLnTx/>
              <a:uFillTx/>
              <a:latin typeface="+mj-ea"/>
              <a:ea typeface="+mj-ea"/>
              <a:cs typeface="+mn-cs"/>
            </a:endParaRPr>
          </a:p>
        </p:txBody>
      </p:sp>
      <p:sp>
        <p:nvSpPr>
          <p:cNvPr id="22" name="文本框 21"/>
          <p:cNvSpPr txBox="1"/>
          <p:nvPr/>
        </p:nvSpPr>
        <p:spPr>
          <a:xfrm>
            <a:off x="9743909" y="4110773"/>
            <a:ext cx="121058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mj-ea"/>
                <a:ea typeface="+mj-ea"/>
                <a:cs typeface="+mn-cs"/>
              </a:rPr>
              <a:t>输入标题</a:t>
            </a:r>
            <a:endParaRPr kumimoji="0" lang="zh-CN" altLang="en-US" sz="2000" b="0" i="0" u="none" strike="noStrike" kern="1200" cap="none" spc="0" normalizeH="0" baseline="0" noProof="0" dirty="0">
              <a:ln>
                <a:noFill/>
              </a:ln>
              <a:solidFill>
                <a:prstClr val="white"/>
              </a:solidFill>
              <a:effectLst/>
              <a:uLnTx/>
              <a:uFillTx/>
              <a:latin typeface="+mj-ea"/>
              <a:ea typeface="+mj-ea"/>
              <a:cs typeface="+mn-cs"/>
            </a:endParaRPr>
          </a:p>
        </p:txBody>
      </p:sp>
      <p:sp>
        <p:nvSpPr>
          <p:cNvPr id="23" name="文本框 22"/>
          <p:cNvSpPr txBox="1"/>
          <p:nvPr/>
        </p:nvSpPr>
        <p:spPr>
          <a:xfrm>
            <a:off x="6899973" y="4110773"/>
            <a:ext cx="121058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mj-ea"/>
                <a:ea typeface="+mj-ea"/>
                <a:cs typeface="+mn-cs"/>
              </a:rPr>
              <a:t>输入标题</a:t>
            </a:r>
            <a:endParaRPr kumimoji="0" lang="zh-CN" altLang="en-US" sz="2000" b="0" i="0" u="none" strike="noStrike" kern="1200" cap="none" spc="0" normalizeH="0" baseline="0" noProof="0" dirty="0">
              <a:ln>
                <a:noFill/>
              </a:ln>
              <a:solidFill>
                <a:prstClr val="white"/>
              </a:solidFill>
              <a:effectLst/>
              <a:uLnTx/>
              <a:uFillTx/>
              <a:latin typeface="+mj-ea"/>
              <a:ea typeface="+mj-ea"/>
              <a:cs typeface="+mn-cs"/>
            </a:endParaRPr>
          </a:p>
        </p:txBody>
      </p:sp>
      <p:sp>
        <p:nvSpPr>
          <p:cNvPr id="24" name="文本框 23"/>
          <p:cNvSpPr txBox="1"/>
          <p:nvPr/>
        </p:nvSpPr>
        <p:spPr>
          <a:xfrm>
            <a:off x="4056039" y="4110773"/>
            <a:ext cx="121058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mj-ea"/>
                <a:ea typeface="+mj-ea"/>
                <a:cs typeface="+mn-cs"/>
              </a:rPr>
              <a:t>输入标题</a:t>
            </a:r>
            <a:endParaRPr kumimoji="0" lang="zh-CN" altLang="en-US" sz="2000" b="0" i="0" u="none" strike="noStrike" kern="1200" cap="none" spc="0" normalizeH="0" baseline="0" noProof="0" dirty="0">
              <a:ln>
                <a:noFill/>
              </a:ln>
              <a:solidFill>
                <a:prstClr val="white"/>
              </a:solidFill>
              <a:effectLst/>
              <a:uLnTx/>
              <a:uFillTx/>
              <a:latin typeface="+mj-ea"/>
              <a:ea typeface="+mj-ea"/>
              <a:cs typeface="+mn-cs"/>
            </a:endParaRPr>
          </a:p>
        </p:txBody>
      </p:sp>
      <p:sp>
        <p:nvSpPr>
          <p:cNvPr id="25" name="文本框 24"/>
          <p:cNvSpPr txBox="1"/>
          <p:nvPr/>
        </p:nvSpPr>
        <p:spPr>
          <a:xfrm>
            <a:off x="1212103" y="4110773"/>
            <a:ext cx="121058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mj-ea"/>
                <a:ea typeface="+mj-ea"/>
                <a:cs typeface="+mn-cs"/>
              </a:rPr>
              <a:t>输入标题</a:t>
            </a:r>
            <a:endParaRPr kumimoji="0" lang="zh-CN" altLang="en-US" sz="2000" b="0" i="0" u="none" strike="noStrike" kern="1200" cap="none" spc="0" normalizeH="0" baseline="0" noProof="0" dirty="0">
              <a:ln>
                <a:noFill/>
              </a:ln>
              <a:solidFill>
                <a:prstClr val="white"/>
              </a:solidFill>
              <a:effectLst/>
              <a:uLnTx/>
              <a:uFillTx/>
              <a:latin typeface="+mj-ea"/>
              <a:ea typeface="+mj-ea"/>
              <a:cs typeface="+mn-cs"/>
            </a:endParaRPr>
          </a:p>
        </p:txBody>
      </p:sp>
      <p:grpSp>
        <p:nvGrpSpPr>
          <p:cNvPr id="26" name="组合 25"/>
          <p:cNvGrpSpPr/>
          <p:nvPr/>
        </p:nvGrpSpPr>
        <p:grpSpPr>
          <a:xfrm>
            <a:off x="809491" y="434711"/>
            <a:ext cx="507873" cy="601076"/>
            <a:chOff x="660399" y="462331"/>
            <a:chExt cx="571289" cy="676130"/>
          </a:xfrm>
        </p:grpSpPr>
        <p:sp>
          <p:nvSpPr>
            <p:cNvPr id="27" name="等腰三角形 26"/>
            <p:cNvSpPr/>
            <p:nvPr/>
          </p:nvSpPr>
          <p:spPr>
            <a:xfrm rot="5400000">
              <a:off x="625132" y="662346"/>
              <a:ext cx="511382" cy="440847"/>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28" name="等腰三角形 27"/>
            <p:cNvSpPr/>
            <p:nvPr/>
          </p:nvSpPr>
          <p:spPr>
            <a:xfrm rot="5400000">
              <a:off x="755574" y="497598"/>
              <a:ext cx="511382" cy="440847"/>
            </a:xfrm>
            <a:prstGeom prst="triangl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29" name="文本框 28"/>
          <p:cNvSpPr txBox="1"/>
          <p:nvPr/>
        </p:nvSpPr>
        <p:spPr>
          <a:xfrm>
            <a:off x="1441898" y="512567"/>
            <a:ext cx="5669783" cy="523220"/>
          </a:xfrm>
          <a:prstGeom prst="rect">
            <a:avLst/>
          </a:prstGeom>
          <a:noFill/>
        </p:spPr>
        <p:txBody>
          <a:bodyPr wrap="square" rtlCol="0">
            <a:spAutoFit/>
          </a:bodyPr>
          <a:lstStyle/>
          <a:p>
            <a:r>
              <a:rPr lang="zh-CN" altLang="en-US" sz="2800" b="1">
                <a:latin typeface="+mj-ea"/>
                <a:ea typeface="+mj-ea"/>
              </a:rPr>
              <a:t>请输入标题</a:t>
            </a:r>
            <a:endParaRPr lang="zh-CN" altLang="en-US" sz="2800" b="1">
              <a:latin typeface="+mj-ea"/>
              <a:ea typeface="+mj-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144"/>
          <p:cNvSpPr/>
          <p:nvPr/>
        </p:nvSpPr>
        <p:spPr>
          <a:xfrm>
            <a:off x="1100187" y="1948154"/>
            <a:ext cx="3709494" cy="3710459"/>
          </a:xfrm>
          <a:prstGeom prst="ellipse">
            <a:avLst/>
          </a:prstGeom>
          <a:solidFill>
            <a:schemeClr val="accent1">
              <a:alpha val="80000"/>
            </a:schemeClr>
          </a:solidFill>
          <a:ln>
            <a:noFill/>
          </a:ln>
        </p:spPr>
        <p:txBody>
          <a:bodyPr lIns="182825" tIns="91400" rIns="182825" bIns="91400" anchor="ctr" anchorCtr="0">
            <a:noAutofit/>
          </a:bodyPr>
          <a:lstStyle/>
          <a:p>
            <a:pPr marL="0" marR="0" lvl="0" indent="0" algn="ctr" rtl="0">
              <a:spcBef>
                <a:spcPts val="0"/>
              </a:spcBef>
              <a:buNone/>
            </a:pPr>
            <a:endParaRPr sz="3600">
              <a:solidFill>
                <a:schemeClr val="bg1"/>
              </a:solidFill>
              <a:latin typeface="+mn-ea"/>
              <a:ea typeface="+mn-ea"/>
              <a:cs typeface="+mn-ea"/>
              <a:sym typeface="+mn-lt"/>
            </a:endParaRPr>
          </a:p>
        </p:txBody>
      </p:sp>
      <p:sp>
        <p:nvSpPr>
          <p:cNvPr id="9" name="Shape 145"/>
          <p:cNvSpPr/>
          <p:nvPr/>
        </p:nvSpPr>
        <p:spPr>
          <a:xfrm>
            <a:off x="4241253" y="1948154"/>
            <a:ext cx="3709494" cy="3710459"/>
          </a:xfrm>
          <a:prstGeom prst="ellipse">
            <a:avLst/>
          </a:prstGeom>
          <a:solidFill>
            <a:schemeClr val="accent1">
              <a:alpha val="80000"/>
            </a:schemeClr>
          </a:solidFill>
          <a:ln>
            <a:noFill/>
          </a:ln>
        </p:spPr>
        <p:txBody>
          <a:bodyPr lIns="182825" tIns="91400" rIns="182825" bIns="91400" anchor="ctr" anchorCtr="0">
            <a:noAutofit/>
          </a:bodyPr>
          <a:lstStyle/>
          <a:p>
            <a:pPr marL="0" marR="0" lvl="0" indent="0" algn="ctr" rtl="0">
              <a:spcBef>
                <a:spcPts val="0"/>
              </a:spcBef>
              <a:buNone/>
            </a:pPr>
            <a:endParaRPr sz="3600">
              <a:solidFill>
                <a:schemeClr val="bg1"/>
              </a:solidFill>
              <a:latin typeface="+mn-ea"/>
              <a:ea typeface="+mn-ea"/>
              <a:cs typeface="+mn-ea"/>
              <a:sym typeface="+mn-lt"/>
            </a:endParaRPr>
          </a:p>
        </p:txBody>
      </p:sp>
      <p:sp>
        <p:nvSpPr>
          <p:cNvPr id="10" name="Shape 146"/>
          <p:cNvSpPr/>
          <p:nvPr/>
        </p:nvSpPr>
        <p:spPr>
          <a:xfrm>
            <a:off x="7411770" y="1948154"/>
            <a:ext cx="3709494" cy="3710459"/>
          </a:xfrm>
          <a:prstGeom prst="ellipse">
            <a:avLst/>
          </a:prstGeom>
          <a:solidFill>
            <a:schemeClr val="accent1">
              <a:alpha val="80000"/>
            </a:schemeClr>
          </a:solidFill>
          <a:ln>
            <a:noFill/>
          </a:ln>
        </p:spPr>
        <p:txBody>
          <a:bodyPr lIns="182825" tIns="91400" rIns="182825" bIns="91400" anchor="ctr" anchorCtr="0">
            <a:noAutofit/>
          </a:bodyPr>
          <a:lstStyle/>
          <a:p>
            <a:pPr marL="0" marR="0" lvl="0" indent="0" algn="ctr" rtl="0">
              <a:spcBef>
                <a:spcPts val="0"/>
              </a:spcBef>
              <a:buNone/>
            </a:pPr>
            <a:endParaRPr sz="3600" dirty="0">
              <a:solidFill>
                <a:schemeClr val="bg1"/>
              </a:solidFill>
              <a:latin typeface="+mn-ea"/>
              <a:ea typeface="+mn-ea"/>
              <a:cs typeface="+mn-ea"/>
              <a:sym typeface="+mn-lt"/>
            </a:endParaRPr>
          </a:p>
        </p:txBody>
      </p:sp>
      <p:sp>
        <p:nvSpPr>
          <p:cNvPr id="23" name="文本框 22"/>
          <p:cNvSpPr txBox="1"/>
          <p:nvPr/>
        </p:nvSpPr>
        <p:spPr>
          <a:xfrm>
            <a:off x="1704940" y="3277409"/>
            <a:ext cx="2470538"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r>
              <a:rPr lang="zh-CN" altLang="en-US" sz="2400" b="1" dirty="0">
                <a:solidFill>
                  <a:schemeClr val="bg1"/>
                </a:solidFill>
                <a:latin typeface="+mj-ea"/>
                <a:ea typeface="+mj-ea"/>
                <a:cs typeface="+mn-ea"/>
                <a:sym typeface="+mn-lt"/>
              </a:rPr>
              <a:t>输入标题</a:t>
            </a:r>
            <a:endParaRPr lang="zh-CN" altLang="en-US" sz="2400" b="1" dirty="0">
              <a:solidFill>
                <a:schemeClr val="bg1"/>
              </a:solidFill>
              <a:latin typeface="+mj-ea"/>
              <a:ea typeface="+mj-ea"/>
              <a:cs typeface="+mn-ea"/>
              <a:sym typeface="+mn-lt"/>
            </a:endParaRPr>
          </a:p>
        </p:txBody>
      </p:sp>
      <p:sp>
        <p:nvSpPr>
          <p:cNvPr id="24" name="文本框 23"/>
          <p:cNvSpPr txBox="1"/>
          <p:nvPr/>
        </p:nvSpPr>
        <p:spPr>
          <a:xfrm>
            <a:off x="4860731" y="3277409"/>
            <a:ext cx="2470538"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r>
              <a:rPr lang="zh-CN" altLang="en-US" sz="2400" b="1" dirty="0">
                <a:solidFill>
                  <a:schemeClr val="bg1"/>
                </a:solidFill>
                <a:latin typeface="+mj-ea"/>
                <a:ea typeface="+mj-ea"/>
                <a:cs typeface="+mn-ea"/>
                <a:sym typeface="+mn-lt"/>
              </a:rPr>
              <a:t>输入标题</a:t>
            </a:r>
            <a:endParaRPr lang="zh-CN" altLang="en-US" sz="2400" b="1" dirty="0">
              <a:solidFill>
                <a:schemeClr val="bg1"/>
              </a:solidFill>
              <a:latin typeface="+mj-ea"/>
              <a:ea typeface="+mj-ea"/>
              <a:cs typeface="+mn-ea"/>
              <a:sym typeface="+mn-lt"/>
            </a:endParaRPr>
          </a:p>
        </p:txBody>
      </p:sp>
      <p:sp>
        <p:nvSpPr>
          <p:cNvPr id="25" name="文本框 24"/>
          <p:cNvSpPr txBox="1"/>
          <p:nvPr/>
        </p:nvSpPr>
        <p:spPr>
          <a:xfrm>
            <a:off x="8001797" y="3262371"/>
            <a:ext cx="2470538" cy="46037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r>
              <a:rPr lang="zh-CN" altLang="en-US" sz="2400" b="1" dirty="0">
                <a:solidFill>
                  <a:schemeClr val="bg1"/>
                </a:solidFill>
                <a:latin typeface="+mj-ea"/>
                <a:ea typeface="+mj-ea"/>
                <a:cs typeface="+mn-ea"/>
                <a:sym typeface="+mn-lt"/>
              </a:rPr>
              <a:t>输入标题</a:t>
            </a:r>
            <a:endParaRPr lang="zh-CN" altLang="en-US" sz="2400" b="1" dirty="0">
              <a:solidFill>
                <a:schemeClr val="bg1"/>
              </a:solidFill>
              <a:latin typeface="+mj-ea"/>
              <a:ea typeface="+mj-ea"/>
              <a:cs typeface="+mn-ea"/>
              <a:sym typeface="+mn-lt"/>
            </a:endParaRPr>
          </a:p>
        </p:txBody>
      </p:sp>
      <p:sp>
        <p:nvSpPr>
          <p:cNvPr id="26" name="文本框 25"/>
          <p:cNvSpPr txBox="1"/>
          <p:nvPr/>
        </p:nvSpPr>
        <p:spPr>
          <a:xfrm>
            <a:off x="1755990" y="3837046"/>
            <a:ext cx="2470538" cy="118641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lnSpc>
                <a:spcPct val="120000"/>
              </a:lnSpc>
            </a:pPr>
            <a:r>
              <a:rPr lang="zh-CN" altLang="en-US" sz="1200">
                <a:solidFill>
                  <a:schemeClr val="bg1"/>
                </a:solidFill>
                <a:latin typeface="+mn-ea"/>
                <a:ea typeface="+mn-ea"/>
              </a:rPr>
              <a:t>请输入相应文本内容请输入相应文本内容请输入相应文本内容请输入相应文本内容请输入相应文本内容请输入相应文本内容请输入相应文本内容请输入相应文本内容</a:t>
            </a:r>
            <a:endParaRPr lang="zh-CN" altLang="en-US" sz="1200" dirty="0">
              <a:solidFill>
                <a:schemeClr val="bg1"/>
              </a:solidFill>
              <a:latin typeface="+mn-ea"/>
              <a:ea typeface="+mn-ea"/>
            </a:endParaRPr>
          </a:p>
        </p:txBody>
      </p:sp>
      <p:sp>
        <p:nvSpPr>
          <p:cNvPr id="27" name="文本框 26"/>
          <p:cNvSpPr txBox="1"/>
          <p:nvPr/>
        </p:nvSpPr>
        <p:spPr>
          <a:xfrm>
            <a:off x="4779089" y="3937954"/>
            <a:ext cx="2470538" cy="118641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lnSpc>
                <a:spcPct val="120000"/>
              </a:lnSpc>
            </a:pPr>
            <a:r>
              <a:rPr lang="zh-CN" altLang="en-US" sz="1200">
                <a:solidFill>
                  <a:schemeClr val="bg1"/>
                </a:solidFill>
                <a:latin typeface="+mn-ea"/>
                <a:ea typeface="+mn-ea"/>
              </a:rPr>
              <a:t>请输入相应文本内容请输入相应文本内容请输入相应文本内容请输入相应文本内容请输入相应文本内容请输入相应文本内容请输入相应文本内容请输入相应文本内容</a:t>
            </a:r>
            <a:endParaRPr lang="zh-CN" altLang="en-US" sz="1200" dirty="0">
              <a:solidFill>
                <a:schemeClr val="bg1"/>
              </a:solidFill>
              <a:latin typeface="+mn-ea"/>
              <a:ea typeface="+mn-ea"/>
            </a:endParaRPr>
          </a:p>
        </p:txBody>
      </p:sp>
      <p:sp>
        <p:nvSpPr>
          <p:cNvPr id="28" name="文本框 27"/>
          <p:cNvSpPr txBox="1"/>
          <p:nvPr/>
        </p:nvSpPr>
        <p:spPr>
          <a:xfrm>
            <a:off x="8028509" y="3937954"/>
            <a:ext cx="2470538" cy="1186415"/>
          </a:xfrm>
          <a:prstGeom prst="rect">
            <a:avLst/>
          </a:prstGeom>
          <a:noFill/>
          <a:extLst>
            <a:ext uri="{909E8E84-426E-40DD-AFC4-6F175D3DCCD1}">
              <a14:hiddenFill xmlns:a14="http://schemas.microsoft.com/office/drawing/2010/main">
                <a:solidFill>
                  <a:srgbClr val="E84C53"/>
                </a:solidFill>
              </a14:hiddenFill>
            </a:ext>
          </a:extLst>
        </p:spPr>
        <p:txBody>
          <a:bodyPr wrap="square" rtlCol="0">
            <a:spAutoFit/>
          </a:bodyPr>
          <a:lstStyle/>
          <a:p>
            <a:pPr algn="ctr">
              <a:lnSpc>
                <a:spcPct val="120000"/>
              </a:lnSpc>
            </a:pPr>
            <a:r>
              <a:rPr lang="zh-CN" altLang="en-US" sz="1200">
                <a:solidFill>
                  <a:schemeClr val="bg1"/>
                </a:solidFill>
                <a:latin typeface="+mn-ea"/>
                <a:ea typeface="+mn-ea"/>
              </a:rPr>
              <a:t>请输入相应文本内容请输入相应文本内容请输入相应文本内容请输入相应文本内容请输入相应文本内容请输入相应文本内容请输入相应文本内容请输入相应文本内容</a:t>
            </a:r>
            <a:endParaRPr lang="zh-CN" altLang="en-US" sz="1200" dirty="0">
              <a:solidFill>
                <a:schemeClr val="bg1"/>
              </a:solidFill>
              <a:latin typeface="+mn-ea"/>
              <a:ea typeface="+mn-ea"/>
            </a:endParaRPr>
          </a:p>
        </p:txBody>
      </p:sp>
      <p:grpSp>
        <p:nvGrpSpPr>
          <p:cNvPr id="2" name="组合 1"/>
          <p:cNvGrpSpPr/>
          <p:nvPr/>
        </p:nvGrpSpPr>
        <p:grpSpPr>
          <a:xfrm>
            <a:off x="809491" y="434711"/>
            <a:ext cx="507873" cy="601076"/>
            <a:chOff x="660399" y="462331"/>
            <a:chExt cx="571289" cy="676130"/>
          </a:xfrm>
        </p:grpSpPr>
        <p:sp>
          <p:nvSpPr>
            <p:cNvPr id="3" name="等腰三角形 2"/>
            <p:cNvSpPr/>
            <p:nvPr/>
          </p:nvSpPr>
          <p:spPr>
            <a:xfrm rot="5400000">
              <a:off x="625132" y="662346"/>
              <a:ext cx="511382" cy="440847"/>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 name="等腰三角形 3"/>
            <p:cNvSpPr/>
            <p:nvPr/>
          </p:nvSpPr>
          <p:spPr>
            <a:xfrm rot="5400000">
              <a:off x="755574" y="497598"/>
              <a:ext cx="511382" cy="440847"/>
            </a:xfrm>
            <a:prstGeom prst="triangl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5" name="文本框 4"/>
          <p:cNvSpPr txBox="1"/>
          <p:nvPr/>
        </p:nvSpPr>
        <p:spPr>
          <a:xfrm>
            <a:off x="1441898" y="512567"/>
            <a:ext cx="5669783" cy="523220"/>
          </a:xfrm>
          <a:prstGeom prst="rect">
            <a:avLst/>
          </a:prstGeom>
          <a:noFill/>
        </p:spPr>
        <p:txBody>
          <a:bodyPr wrap="square" rtlCol="0">
            <a:spAutoFit/>
          </a:bodyPr>
          <a:lstStyle/>
          <a:p>
            <a:r>
              <a:rPr lang="zh-CN" altLang="en-US" sz="2800" b="1">
                <a:latin typeface="+mj-ea"/>
                <a:ea typeface="+mj-ea"/>
              </a:rPr>
              <a:t>请输入标题</a:t>
            </a:r>
            <a:endParaRPr lang="zh-CN" altLang="en-US" sz="2800" b="1">
              <a:latin typeface="+mj-ea"/>
              <a:ea typeface="+mj-ea"/>
            </a:endParaRPr>
          </a:p>
        </p:txBody>
      </p:sp>
      <p:sp>
        <p:nvSpPr>
          <p:cNvPr id="6" name="文本框 5"/>
          <p:cNvSpPr txBox="1"/>
          <p:nvPr/>
        </p:nvSpPr>
        <p:spPr>
          <a:xfrm>
            <a:off x="2531071" y="2507917"/>
            <a:ext cx="847725" cy="707886"/>
          </a:xfrm>
          <a:prstGeom prst="rect">
            <a:avLst/>
          </a:prstGeom>
          <a:noFill/>
        </p:spPr>
        <p:txBody>
          <a:bodyPr wrap="square" rtlCol="0">
            <a:spAutoFit/>
          </a:bodyPr>
          <a:lstStyle/>
          <a:p>
            <a:r>
              <a:rPr lang="en-US" altLang="zh-CN" sz="4000" b="1">
                <a:solidFill>
                  <a:schemeClr val="bg1"/>
                </a:solidFill>
                <a:latin typeface="+mj-ea"/>
                <a:ea typeface="+mj-ea"/>
              </a:rPr>
              <a:t>01</a:t>
            </a:r>
            <a:endParaRPr lang="zh-CN" altLang="en-US" sz="4000" b="1">
              <a:solidFill>
                <a:schemeClr val="bg1"/>
              </a:solidFill>
              <a:latin typeface="+mj-ea"/>
              <a:ea typeface="+mj-ea"/>
            </a:endParaRPr>
          </a:p>
        </p:txBody>
      </p:sp>
      <p:sp>
        <p:nvSpPr>
          <p:cNvPr id="7" name="文本框 6"/>
          <p:cNvSpPr txBox="1"/>
          <p:nvPr/>
        </p:nvSpPr>
        <p:spPr>
          <a:xfrm>
            <a:off x="5708954" y="2510759"/>
            <a:ext cx="847725" cy="707886"/>
          </a:xfrm>
          <a:prstGeom prst="rect">
            <a:avLst/>
          </a:prstGeom>
          <a:noFill/>
        </p:spPr>
        <p:txBody>
          <a:bodyPr wrap="square" rtlCol="0">
            <a:spAutoFit/>
          </a:bodyPr>
          <a:lstStyle/>
          <a:p>
            <a:r>
              <a:rPr lang="en-US" altLang="zh-CN" sz="4000" b="1">
                <a:solidFill>
                  <a:schemeClr val="bg1"/>
                </a:solidFill>
                <a:latin typeface="+mj-ea"/>
                <a:ea typeface="+mj-ea"/>
              </a:rPr>
              <a:t>02</a:t>
            </a:r>
            <a:endParaRPr lang="zh-CN" altLang="en-US" sz="4000" b="1">
              <a:solidFill>
                <a:schemeClr val="bg1"/>
              </a:solidFill>
              <a:latin typeface="+mj-ea"/>
              <a:ea typeface="+mj-ea"/>
            </a:endParaRPr>
          </a:p>
        </p:txBody>
      </p:sp>
      <p:sp>
        <p:nvSpPr>
          <p:cNvPr id="29" name="文本框 28"/>
          <p:cNvSpPr txBox="1"/>
          <p:nvPr/>
        </p:nvSpPr>
        <p:spPr>
          <a:xfrm>
            <a:off x="8871254" y="2507534"/>
            <a:ext cx="847725" cy="707886"/>
          </a:xfrm>
          <a:prstGeom prst="rect">
            <a:avLst/>
          </a:prstGeom>
          <a:noFill/>
        </p:spPr>
        <p:txBody>
          <a:bodyPr wrap="square" rtlCol="0">
            <a:spAutoFit/>
          </a:bodyPr>
          <a:lstStyle/>
          <a:p>
            <a:r>
              <a:rPr lang="en-US" altLang="zh-CN" sz="4000" b="1">
                <a:solidFill>
                  <a:schemeClr val="bg1"/>
                </a:solidFill>
                <a:latin typeface="+mj-ea"/>
                <a:ea typeface="+mj-ea"/>
              </a:rPr>
              <a:t>03</a:t>
            </a:r>
            <a:endParaRPr lang="zh-CN" altLang="en-US" sz="4000" b="1">
              <a:solidFill>
                <a:schemeClr val="bg1"/>
              </a:solidFill>
              <a:latin typeface="+mj-ea"/>
              <a:ea typeface="+mj-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rot="21142386" flipH="1">
            <a:off x="123022" y="2317502"/>
            <a:ext cx="12018326" cy="2553336"/>
          </a:xfrm>
          <a:custGeom>
            <a:avLst/>
            <a:gdLst>
              <a:gd name="connsiteX0" fmla="*/ 0 w 14606954"/>
              <a:gd name="connsiteY0" fmla="*/ 2344914 h 2898627"/>
              <a:gd name="connsiteX1" fmla="*/ 1735016 w 14606954"/>
              <a:gd name="connsiteY1" fmla="*/ 2884175 h 2898627"/>
              <a:gd name="connsiteX2" fmla="*/ 5134708 w 14606954"/>
              <a:gd name="connsiteY2" fmla="*/ 1829098 h 2898627"/>
              <a:gd name="connsiteX3" fmla="*/ 8042031 w 14606954"/>
              <a:gd name="connsiteY3" fmla="*/ 1993221 h 2898627"/>
              <a:gd name="connsiteX4" fmla="*/ 11512062 w 14606954"/>
              <a:gd name="connsiteY4" fmla="*/ 328545 h 2898627"/>
              <a:gd name="connsiteX5" fmla="*/ 14606954 w 14606954"/>
              <a:gd name="connsiteY5" fmla="*/ 298 h 2898627"/>
              <a:gd name="connsiteX0-1" fmla="*/ 0 w 14606954"/>
              <a:gd name="connsiteY0-2" fmla="*/ 2344633 h 2898346"/>
              <a:gd name="connsiteX1-3" fmla="*/ 1735016 w 14606954"/>
              <a:gd name="connsiteY1-4" fmla="*/ 2883894 h 2898346"/>
              <a:gd name="connsiteX2-5" fmla="*/ 5134708 w 14606954"/>
              <a:gd name="connsiteY2-6" fmla="*/ 1828817 h 2898346"/>
              <a:gd name="connsiteX3-7" fmla="*/ 8042031 w 14606954"/>
              <a:gd name="connsiteY3-8" fmla="*/ 1992940 h 2898346"/>
              <a:gd name="connsiteX4-9" fmla="*/ 11512062 w 14606954"/>
              <a:gd name="connsiteY4-10" fmla="*/ 328264 h 2898346"/>
              <a:gd name="connsiteX5-11" fmla="*/ 14606954 w 14606954"/>
              <a:gd name="connsiteY5-12" fmla="*/ 17 h 2898346"/>
              <a:gd name="connsiteX0-13" fmla="*/ 0 w 14606954"/>
              <a:gd name="connsiteY0-14" fmla="*/ 2346815 h 2900528"/>
              <a:gd name="connsiteX1-15" fmla="*/ 1735016 w 14606954"/>
              <a:gd name="connsiteY1-16" fmla="*/ 2886076 h 2900528"/>
              <a:gd name="connsiteX2-17" fmla="*/ 5134708 w 14606954"/>
              <a:gd name="connsiteY2-18" fmla="*/ 1830999 h 2900528"/>
              <a:gd name="connsiteX3-19" fmla="*/ 8042031 w 14606954"/>
              <a:gd name="connsiteY3-20" fmla="*/ 1995122 h 2900528"/>
              <a:gd name="connsiteX4-21" fmla="*/ 11512062 w 14606954"/>
              <a:gd name="connsiteY4-22" fmla="*/ 330446 h 2900528"/>
              <a:gd name="connsiteX5-23" fmla="*/ 14606954 w 14606954"/>
              <a:gd name="connsiteY5-24" fmla="*/ 2199 h 2900528"/>
              <a:gd name="connsiteX0-25" fmla="*/ 0 w 14606954"/>
              <a:gd name="connsiteY0-26" fmla="*/ 2346360 h 2900073"/>
              <a:gd name="connsiteX1-27" fmla="*/ 1735016 w 14606954"/>
              <a:gd name="connsiteY1-28" fmla="*/ 2885621 h 2900073"/>
              <a:gd name="connsiteX2-29" fmla="*/ 5134708 w 14606954"/>
              <a:gd name="connsiteY2-30" fmla="*/ 1830544 h 2900073"/>
              <a:gd name="connsiteX3-31" fmla="*/ 8042031 w 14606954"/>
              <a:gd name="connsiteY3-32" fmla="*/ 1994667 h 2900073"/>
              <a:gd name="connsiteX4-33" fmla="*/ 11512062 w 14606954"/>
              <a:gd name="connsiteY4-34" fmla="*/ 329991 h 2900073"/>
              <a:gd name="connsiteX5-35" fmla="*/ 14606954 w 14606954"/>
              <a:gd name="connsiteY5-36" fmla="*/ 1744 h 2900073"/>
              <a:gd name="connsiteX0-37" fmla="*/ 0 w 14606954"/>
              <a:gd name="connsiteY0-38" fmla="*/ 2344616 h 2898329"/>
              <a:gd name="connsiteX1-39" fmla="*/ 1735016 w 14606954"/>
              <a:gd name="connsiteY1-40" fmla="*/ 2883877 h 2898329"/>
              <a:gd name="connsiteX2-41" fmla="*/ 5134708 w 14606954"/>
              <a:gd name="connsiteY2-42" fmla="*/ 1828800 h 2898329"/>
              <a:gd name="connsiteX3-43" fmla="*/ 8042031 w 14606954"/>
              <a:gd name="connsiteY3-44" fmla="*/ 1992923 h 2898329"/>
              <a:gd name="connsiteX4-45" fmla="*/ 11512062 w 14606954"/>
              <a:gd name="connsiteY4-46" fmla="*/ 328247 h 2898329"/>
              <a:gd name="connsiteX5-47" fmla="*/ 14606954 w 14606954"/>
              <a:gd name="connsiteY5-48" fmla="*/ 0 h 2898329"/>
              <a:gd name="connsiteX0-49" fmla="*/ 0 w 14514357"/>
              <a:gd name="connsiteY0-50" fmla="*/ 2206024 h 2759737"/>
              <a:gd name="connsiteX1-51" fmla="*/ 1735016 w 14514357"/>
              <a:gd name="connsiteY1-52" fmla="*/ 2745285 h 2759737"/>
              <a:gd name="connsiteX2-53" fmla="*/ 5134708 w 14514357"/>
              <a:gd name="connsiteY2-54" fmla="*/ 1690208 h 2759737"/>
              <a:gd name="connsiteX3-55" fmla="*/ 8042031 w 14514357"/>
              <a:gd name="connsiteY3-56" fmla="*/ 1854331 h 2759737"/>
              <a:gd name="connsiteX4-57" fmla="*/ 11512062 w 14514357"/>
              <a:gd name="connsiteY4-58" fmla="*/ 189655 h 2759737"/>
              <a:gd name="connsiteX5-59" fmla="*/ 14514357 w 14514357"/>
              <a:gd name="connsiteY5-60" fmla="*/ 305 h 2759737"/>
              <a:gd name="connsiteX0-61" fmla="*/ 0 w 14534677"/>
              <a:gd name="connsiteY0-62" fmla="*/ 2276839 h 2830552"/>
              <a:gd name="connsiteX1-63" fmla="*/ 1735016 w 14534677"/>
              <a:gd name="connsiteY1-64" fmla="*/ 2816100 h 2830552"/>
              <a:gd name="connsiteX2-65" fmla="*/ 5134708 w 14534677"/>
              <a:gd name="connsiteY2-66" fmla="*/ 1761023 h 2830552"/>
              <a:gd name="connsiteX3-67" fmla="*/ 8042031 w 14534677"/>
              <a:gd name="connsiteY3-68" fmla="*/ 1925146 h 2830552"/>
              <a:gd name="connsiteX4-69" fmla="*/ 11512062 w 14534677"/>
              <a:gd name="connsiteY4-70" fmla="*/ 260470 h 2830552"/>
              <a:gd name="connsiteX5-71" fmla="*/ 14534677 w 14534677"/>
              <a:gd name="connsiteY5-72" fmla="*/ 0 h 283055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4534677" h="2830552">
                <a:moveTo>
                  <a:pt x="0" y="2276839"/>
                </a:moveTo>
                <a:cubicBezTo>
                  <a:pt x="439615" y="2589454"/>
                  <a:pt x="879231" y="2902069"/>
                  <a:pt x="1735016" y="2816100"/>
                </a:cubicBezTo>
                <a:cubicBezTo>
                  <a:pt x="2590801" y="2730131"/>
                  <a:pt x="4083539" y="1909515"/>
                  <a:pt x="5134708" y="1761023"/>
                </a:cubicBezTo>
                <a:cubicBezTo>
                  <a:pt x="6185877" y="1612531"/>
                  <a:pt x="6979139" y="2175238"/>
                  <a:pt x="8042031" y="1925146"/>
                </a:cubicBezTo>
                <a:cubicBezTo>
                  <a:pt x="9104923" y="1675054"/>
                  <a:pt x="10433341" y="569474"/>
                  <a:pt x="11512062" y="260470"/>
                </a:cubicBezTo>
                <a:cubicBezTo>
                  <a:pt x="12590783" y="-48534"/>
                  <a:pt x="13233367" y="55919"/>
                  <a:pt x="14534677" y="0"/>
                </a:cubicBezTo>
              </a:path>
            </a:pathLst>
          </a:cu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mn-ea"/>
              <a:cs typeface="+mn-cs"/>
            </a:endParaRPr>
          </a:p>
        </p:txBody>
      </p:sp>
      <p:sp>
        <p:nvSpPr>
          <p:cNvPr id="4" name="文本框 3"/>
          <p:cNvSpPr txBox="1"/>
          <p:nvPr/>
        </p:nvSpPr>
        <p:spPr>
          <a:xfrm>
            <a:off x="948916" y="3665771"/>
            <a:ext cx="1533094" cy="246221"/>
          </a:xfrm>
          <a:prstGeom prst="rect">
            <a:avLst/>
          </a:prstGeom>
          <a:noFill/>
          <a:effectLst/>
        </p:spPr>
        <p:txBody>
          <a:bodyPr wrap="square" lIns="0" tIns="0" rIns="0" bIns="0">
            <a:spAutoFit/>
          </a:bodyPr>
          <a:lstStyle>
            <a:defPPr>
              <a:defRPr lang="zh-CN"/>
            </a:defPPr>
            <a:lvl1pPr>
              <a:defRPr sz="1400" b="1">
                <a:solidFill>
                  <a:schemeClr val="accent2">
                    <a:lumMod val="20000"/>
                    <a:lumOff val="80000"/>
                  </a:schemeClr>
                </a:solidFill>
                <a:latin typeface="+mj-ea"/>
                <a:ea typeface="+mj-ea"/>
                <a:cs typeface="+mn-ea"/>
              </a:defRPr>
            </a:lvl1pPr>
          </a:lstStyle>
          <a:p>
            <a:pPr algn="ctr"/>
            <a:r>
              <a:rPr lang="zh-CN" altLang="en-US" sz="1600">
                <a:solidFill>
                  <a:schemeClr val="accent1"/>
                </a:solidFill>
              </a:rPr>
              <a:t>请输入标题</a:t>
            </a:r>
            <a:endParaRPr lang="zh-CN" altLang="en-US" sz="1600" dirty="0">
              <a:solidFill>
                <a:schemeClr val="accent1"/>
              </a:solidFill>
            </a:endParaRPr>
          </a:p>
        </p:txBody>
      </p:sp>
      <p:sp>
        <p:nvSpPr>
          <p:cNvPr id="5" name="文本框 4"/>
          <p:cNvSpPr txBox="1"/>
          <p:nvPr/>
        </p:nvSpPr>
        <p:spPr>
          <a:xfrm>
            <a:off x="787560" y="3993136"/>
            <a:ext cx="1855806" cy="1080360"/>
          </a:xfrm>
          <a:prstGeom prst="rect">
            <a:avLst/>
          </a:prstGeom>
          <a:noFill/>
        </p:spPr>
        <p:txBody>
          <a:bodyPr wrap="square" lIns="0" tIns="0" rIns="0" bIns="0">
            <a:spAutoFit/>
          </a:bodyPr>
          <a:lstStyle/>
          <a:p>
            <a:pPr algn="ctr">
              <a:lnSpc>
                <a:spcPct val="150000"/>
              </a:lnSpc>
            </a:pPr>
            <a:r>
              <a:rPr lang="zh-CN" altLang="en-US" sz="1200">
                <a:latin typeface="+mn-ea"/>
                <a:ea typeface="+mn-ea"/>
                <a:cs typeface="+mn-ea"/>
                <a:sym typeface="+mn-lt"/>
              </a:rPr>
              <a:t>请输入相应文本内容请输入相应文本内容请输入相应文本内容</a:t>
            </a:r>
            <a:endParaRPr lang="en-US" altLang="zh-CN" sz="1200">
              <a:latin typeface="+mn-ea"/>
              <a:ea typeface="+mn-ea"/>
              <a:cs typeface="+mn-ea"/>
              <a:sym typeface="+mn-lt"/>
            </a:endParaRPr>
          </a:p>
          <a:p>
            <a:pPr algn="ctr" hangingPunct="0">
              <a:lnSpc>
                <a:spcPct val="150000"/>
              </a:lnSpc>
            </a:pPr>
            <a:endParaRPr lang="en-US" altLang="zh-CN" sz="1200" dirty="0">
              <a:latin typeface="+mn-ea"/>
              <a:ea typeface="+mn-ea"/>
              <a:cs typeface="+mn-ea"/>
              <a:sym typeface="+mn-lt"/>
            </a:endParaRPr>
          </a:p>
        </p:txBody>
      </p:sp>
      <p:cxnSp>
        <p:nvCxnSpPr>
          <p:cNvPr id="6" name="直接连接符 5"/>
          <p:cNvCxnSpPr/>
          <p:nvPr/>
        </p:nvCxnSpPr>
        <p:spPr>
          <a:xfrm>
            <a:off x="1715463" y="3060391"/>
            <a:ext cx="0" cy="670049"/>
          </a:xfrm>
          <a:prstGeom prst="line">
            <a:avLst/>
          </a:prstGeom>
          <a:ln>
            <a:gradFill>
              <a:gsLst>
                <a:gs pos="0">
                  <a:schemeClr val="accent2"/>
                </a:gs>
                <a:gs pos="100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5676642" y="4608128"/>
            <a:ext cx="1533094" cy="246221"/>
          </a:xfrm>
          <a:prstGeom prst="rect">
            <a:avLst/>
          </a:prstGeom>
          <a:noFill/>
          <a:effectLst/>
        </p:spPr>
        <p:txBody>
          <a:bodyPr wrap="square" lIns="0" tIns="0" rIns="0" bIns="0">
            <a:spAutoFit/>
          </a:bodyPr>
          <a:lstStyle>
            <a:defPPr>
              <a:defRPr lang="zh-CN"/>
            </a:defPPr>
            <a:lvl1pPr>
              <a:defRPr sz="1400" b="1">
                <a:solidFill>
                  <a:schemeClr val="accent2">
                    <a:lumMod val="20000"/>
                    <a:lumOff val="80000"/>
                  </a:schemeClr>
                </a:solidFill>
                <a:latin typeface="+mj-ea"/>
                <a:ea typeface="+mj-ea"/>
                <a:cs typeface="+mn-ea"/>
              </a:defRPr>
            </a:lvl1pPr>
          </a:lstStyle>
          <a:p>
            <a:pPr algn="ctr"/>
            <a:r>
              <a:rPr lang="zh-CN" altLang="en-US" sz="1600">
                <a:solidFill>
                  <a:schemeClr val="accent1"/>
                </a:solidFill>
              </a:rPr>
              <a:t>请输入标题</a:t>
            </a:r>
            <a:endParaRPr lang="zh-CN" altLang="en-US" sz="1600" dirty="0">
              <a:solidFill>
                <a:schemeClr val="accent1"/>
              </a:solidFill>
            </a:endParaRPr>
          </a:p>
        </p:txBody>
      </p:sp>
      <p:sp>
        <p:nvSpPr>
          <p:cNvPr id="9" name="文本框 8"/>
          <p:cNvSpPr txBox="1"/>
          <p:nvPr/>
        </p:nvSpPr>
        <p:spPr>
          <a:xfrm>
            <a:off x="5515286" y="4928743"/>
            <a:ext cx="1855806" cy="803361"/>
          </a:xfrm>
          <a:prstGeom prst="rect">
            <a:avLst/>
          </a:prstGeom>
          <a:noFill/>
        </p:spPr>
        <p:txBody>
          <a:bodyPr wrap="square" lIns="0" tIns="0" rIns="0" bIns="0">
            <a:spAutoFit/>
          </a:bodyPr>
          <a:lstStyle/>
          <a:p>
            <a:pPr algn="ctr">
              <a:lnSpc>
                <a:spcPct val="150000"/>
              </a:lnSpc>
            </a:pPr>
            <a:r>
              <a:rPr lang="zh-CN" altLang="en-US" sz="1200">
                <a:latin typeface="+mn-ea"/>
                <a:ea typeface="+mn-ea"/>
                <a:cs typeface="+mn-ea"/>
                <a:sym typeface="+mn-lt"/>
              </a:rPr>
              <a:t>请输入相应文本内容请输入相应文本内容请输入相应文本内容</a:t>
            </a:r>
            <a:endParaRPr lang="en-US" altLang="zh-CN" sz="1200">
              <a:latin typeface="+mn-ea"/>
              <a:ea typeface="+mn-ea"/>
              <a:cs typeface="+mn-ea"/>
              <a:sym typeface="+mn-lt"/>
            </a:endParaRPr>
          </a:p>
        </p:txBody>
      </p:sp>
      <p:cxnSp>
        <p:nvCxnSpPr>
          <p:cNvPr id="10" name="直接连接符 9"/>
          <p:cNvCxnSpPr/>
          <p:nvPr/>
        </p:nvCxnSpPr>
        <p:spPr>
          <a:xfrm>
            <a:off x="6443189" y="4002748"/>
            <a:ext cx="0" cy="670049"/>
          </a:xfrm>
          <a:prstGeom prst="line">
            <a:avLst/>
          </a:prstGeom>
          <a:ln>
            <a:gradFill>
              <a:gsLst>
                <a:gs pos="0">
                  <a:schemeClr val="accent2"/>
                </a:gs>
                <a:gs pos="100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9634075" y="4872556"/>
            <a:ext cx="1533094" cy="246221"/>
          </a:xfrm>
          <a:prstGeom prst="rect">
            <a:avLst/>
          </a:prstGeom>
          <a:noFill/>
          <a:effectLst/>
        </p:spPr>
        <p:txBody>
          <a:bodyPr wrap="square" lIns="0" tIns="0" rIns="0" bIns="0">
            <a:spAutoFit/>
          </a:bodyPr>
          <a:lstStyle>
            <a:defPPr>
              <a:defRPr lang="zh-CN"/>
            </a:defPPr>
            <a:lvl1pPr>
              <a:defRPr sz="1400" b="1">
                <a:solidFill>
                  <a:schemeClr val="accent2">
                    <a:lumMod val="20000"/>
                    <a:lumOff val="80000"/>
                  </a:schemeClr>
                </a:solidFill>
                <a:latin typeface="+mj-ea"/>
                <a:ea typeface="+mj-ea"/>
                <a:cs typeface="+mn-ea"/>
              </a:defRPr>
            </a:lvl1pPr>
          </a:lstStyle>
          <a:p>
            <a:pPr algn="ctr"/>
            <a:r>
              <a:rPr lang="zh-CN" altLang="en-US" sz="1600">
                <a:solidFill>
                  <a:schemeClr val="accent1"/>
                </a:solidFill>
              </a:rPr>
              <a:t>请输入标题</a:t>
            </a:r>
            <a:endParaRPr lang="zh-CN" altLang="en-US" sz="1600" dirty="0">
              <a:solidFill>
                <a:schemeClr val="accent1"/>
              </a:solidFill>
            </a:endParaRPr>
          </a:p>
        </p:txBody>
      </p:sp>
      <p:sp>
        <p:nvSpPr>
          <p:cNvPr id="13" name="文本框 12"/>
          <p:cNvSpPr txBox="1"/>
          <p:nvPr/>
        </p:nvSpPr>
        <p:spPr>
          <a:xfrm>
            <a:off x="9472719" y="5193171"/>
            <a:ext cx="1855806" cy="803361"/>
          </a:xfrm>
          <a:prstGeom prst="rect">
            <a:avLst/>
          </a:prstGeom>
          <a:noFill/>
        </p:spPr>
        <p:txBody>
          <a:bodyPr wrap="square" lIns="0" tIns="0" rIns="0" bIns="0">
            <a:spAutoFit/>
          </a:bodyPr>
          <a:lstStyle/>
          <a:p>
            <a:pPr algn="ctr">
              <a:lnSpc>
                <a:spcPct val="150000"/>
              </a:lnSpc>
            </a:pPr>
            <a:r>
              <a:rPr lang="zh-CN" altLang="en-US" sz="1200">
                <a:latin typeface="+mn-ea"/>
                <a:ea typeface="+mn-ea"/>
                <a:cs typeface="+mn-ea"/>
                <a:sym typeface="+mn-lt"/>
              </a:rPr>
              <a:t>请输入相应文本内容请输入相应文本内容请输入相应文本内容</a:t>
            </a:r>
            <a:endParaRPr lang="en-US" altLang="zh-CN" sz="1200">
              <a:latin typeface="+mn-ea"/>
              <a:ea typeface="+mn-ea"/>
              <a:cs typeface="+mn-ea"/>
              <a:sym typeface="+mn-lt"/>
            </a:endParaRPr>
          </a:p>
        </p:txBody>
      </p:sp>
      <p:cxnSp>
        <p:nvCxnSpPr>
          <p:cNvPr id="14" name="直接连接符 13"/>
          <p:cNvCxnSpPr/>
          <p:nvPr/>
        </p:nvCxnSpPr>
        <p:spPr>
          <a:xfrm>
            <a:off x="10400622" y="4267176"/>
            <a:ext cx="0" cy="670049"/>
          </a:xfrm>
          <a:prstGeom prst="line">
            <a:avLst/>
          </a:prstGeom>
          <a:ln>
            <a:gradFill>
              <a:gsLst>
                <a:gs pos="0">
                  <a:schemeClr val="accent2"/>
                </a:gs>
                <a:gs pos="100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3211768" y="2535205"/>
            <a:ext cx="1533094" cy="246221"/>
          </a:xfrm>
          <a:prstGeom prst="rect">
            <a:avLst/>
          </a:prstGeom>
          <a:noFill/>
          <a:effectLst/>
        </p:spPr>
        <p:txBody>
          <a:bodyPr wrap="square" lIns="0" tIns="0" rIns="0" bIns="0">
            <a:spAutoFit/>
          </a:bodyPr>
          <a:lstStyle>
            <a:defPPr>
              <a:defRPr lang="zh-CN"/>
            </a:defPPr>
            <a:lvl1pPr>
              <a:defRPr sz="1400" b="1">
                <a:solidFill>
                  <a:schemeClr val="accent2">
                    <a:lumMod val="20000"/>
                    <a:lumOff val="80000"/>
                  </a:schemeClr>
                </a:solidFill>
                <a:latin typeface="+mj-ea"/>
                <a:ea typeface="+mj-ea"/>
                <a:cs typeface="+mn-ea"/>
              </a:defRPr>
            </a:lvl1pPr>
          </a:lstStyle>
          <a:p>
            <a:pPr algn="ctr"/>
            <a:r>
              <a:rPr lang="zh-CN" altLang="en-US" sz="1600">
                <a:solidFill>
                  <a:schemeClr val="accent1"/>
                </a:solidFill>
              </a:rPr>
              <a:t>请输入标题</a:t>
            </a:r>
            <a:endParaRPr lang="zh-CN" altLang="en-US" sz="1600" dirty="0">
              <a:solidFill>
                <a:schemeClr val="accent1"/>
              </a:solidFill>
            </a:endParaRPr>
          </a:p>
        </p:txBody>
      </p:sp>
      <p:sp>
        <p:nvSpPr>
          <p:cNvPr id="20" name="文本框 19"/>
          <p:cNvSpPr txBox="1"/>
          <p:nvPr/>
        </p:nvSpPr>
        <p:spPr>
          <a:xfrm>
            <a:off x="3050412" y="1592379"/>
            <a:ext cx="1855806" cy="803361"/>
          </a:xfrm>
          <a:prstGeom prst="rect">
            <a:avLst/>
          </a:prstGeom>
          <a:noFill/>
        </p:spPr>
        <p:txBody>
          <a:bodyPr wrap="square" lIns="0" tIns="0" rIns="0" bIns="0">
            <a:spAutoFit/>
          </a:bodyPr>
          <a:lstStyle/>
          <a:p>
            <a:pPr algn="ctr">
              <a:lnSpc>
                <a:spcPct val="150000"/>
              </a:lnSpc>
            </a:pPr>
            <a:r>
              <a:rPr lang="zh-CN" altLang="en-US" sz="1200">
                <a:latin typeface="+mn-ea"/>
                <a:ea typeface="+mn-ea"/>
                <a:cs typeface="+mn-ea"/>
                <a:sym typeface="+mn-lt"/>
              </a:rPr>
              <a:t>请输入相应文本内容请输入相应文本内容请输入相应文本内容</a:t>
            </a:r>
            <a:endParaRPr lang="en-US" altLang="zh-CN" sz="1200">
              <a:latin typeface="+mn-ea"/>
              <a:ea typeface="+mn-ea"/>
              <a:cs typeface="+mn-ea"/>
              <a:sym typeface="+mn-lt"/>
            </a:endParaRPr>
          </a:p>
        </p:txBody>
      </p:sp>
      <p:cxnSp>
        <p:nvCxnSpPr>
          <p:cNvPr id="21" name="直接连接符 20"/>
          <p:cNvCxnSpPr/>
          <p:nvPr/>
        </p:nvCxnSpPr>
        <p:spPr>
          <a:xfrm flipV="1">
            <a:off x="3978315" y="2754705"/>
            <a:ext cx="0" cy="670049"/>
          </a:xfrm>
          <a:prstGeom prst="line">
            <a:avLst/>
          </a:prstGeom>
          <a:ln>
            <a:gradFill>
              <a:gsLst>
                <a:gs pos="0">
                  <a:schemeClr val="accent2"/>
                </a:gs>
                <a:gs pos="100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7581025" y="2774079"/>
            <a:ext cx="1533094" cy="246221"/>
          </a:xfrm>
          <a:prstGeom prst="rect">
            <a:avLst/>
          </a:prstGeom>
          <a:noFill/>
          <a:effectLst/>
        </p:spPr>
        <p:txBody>
          <a:bodyPr wrap="square" lIns="0" tIns="0" rIns="0" bIns="0">
            <a:spAutoFit/>
          </a:bodyPr>
          <a:lstStyle>
            <a:defPPr>
              <a:defRPr lang="zh-CN"/>
            </a:defPPr>
            <a:lvl1pPr>
              <a:defRPr sz="1400" b="1">
                <a:solidFill>
                  <a:schemeClr val="accent2">
                    <a:lumMod val="20000"/>
                    <a:lumOff val="80000"/>
                  </a:schemeClr>
                </a:solidFill>
                <a:latin typeface="+mj-ea"/>
                <a:ea typeface="+mj-ea"/>
                <a:cs typeface="+mn-ea"/>
              </a:defRPr>
            </a:lvl1pPr>
          </a:lstStyle>
          <a:p>
            <a:pPr algn="ctr"/>
            <a:r>
              <a:rPr lang="zh-CN" altLang="en-US" sz="1600">
                <a:solidFill>
                  <a:schemeClr val="accent1"/>
                </a:solidFill>
              </a:rPr>
              <a:t>请输入标题</a:t>
            </a:r>
            <a:endParaRPr lang="zh-CN" altLang="en-US" sz="1600" dirty="0">
              <a:solidFill>
                <a:schemeClr val="accent1"/>
              </a:solidFill>
            </a:endParaRPr>
          </a:p>
        </p:txBody>
      </p:sp>
      <p:sp>
        <p:nvSpPr>
          <p:cNvPr id="24" name="文本框 23"/>
          <p:cNvSpPr txBox="1"/>
          <p:nvPr/>
        </p:nvSpPr>
        <p:spPr>
          <a:xfrm>
            <a:off x="7419669" y="1824503"/>
            <a:ext cx="1855806" cy="803361"/>
          </a:xfrm>
          <a:prstGeom prst="rect">
            <a:avLst/>
          </a:prstGeom>
          <a:noFill/>
        </p:spPr>
        <p:txBody>
          <a:bodyPr wrap="square" lIns="0" tIns="0" rIns="0" bIns="0">
            <a:spAutoFit/>
          </a:bodyPr>
          <a:lstStyle/>
          <a:p>
            <a:pPr algn="ctr">
              <a:lnSpc>
                <a:spcPct val="150000"/>
              </a:lnSpc>
            </a:pPr>
            <a:r>
              <a:rPr lang="zh-CN" altLang="en-US" sz="1200">
                <a:latin typeface="+mn-ea"/>
                <a:ea typeface="+mn-ea"/>
                <a:cs typeface="+mn-ea"/>
                <a:sym typeface="+mn-lt"/>
              </a:rPr>
              <a:t>请输入相应文本内容请输入相应文本内容请输入相应文本内容</a:t>
            </a:r>
            <a:endParaRPr lang="en-US" altLang="zh-CN" sz="1200">
              <a:latin typeface="+mn-ea"/>
              <a:ea typeface="+mn-ea"/>
              <a:cs typeface="+mn-ea"/>
              <a:sym typeface="+mn-lt"/>
            </a:endParaRPr>
          </a:p>
        </p:txBody>
      </p:sp>
      <p:cxnSp>
        <p:nvCxnSpPr>
          <p:cNvPr id="25" name="直接连接符 24"/>
          <p:cNvCxnSpPr/>
          <p:nvPr/>
        </p:nvCxnSpPr>
        <p:spPr>
          <a:xfrm flipV="1">
            <a:off x="8347572" y="2993578"/>
            <a:ext cx="0" cy="670049"/>
          </a:xfrm>
          <a:prstGeom prst="line">
            <a:avLst/>
          </a:prstGeom>
          <a:ln>
            <a:gradFill>
              <a:gsLst>
                <a:gs pos="0">
                  <a:schemeClr val="accent2"/>
                </a:gs>
                <a:gs pos="100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cxnSp>
      <p:grpSp>
        <p:nvGrpSpPr>
          <p:cNvPr id="32" name="组合 31"/>
          <p:cNvGrpSpPr/>
          <p:nvPr/>
        </p:nvGrpSpPr>
        <p:grpSpPr>
          <a:xfrm>
            <a:off x="1597172" y="2834844"/>
            <a:ext cx="243108" cy="243108"/>
            <a:chOff x="1636623" y="2925497"/>
            <a:chExt cx="157064" cy="157064"/>
          </a:xfrm>
        </p:grpSpPr>
        <p:sp>
          <p:nvSpPr>
            <p:cNvPr id="29" name="椭圆 28"/>
            <p:cNvSpPr/>
            <p:nvPr/>
          </p:nvSpPr>
          <p:spPr>
            <a:xfrm>
              <a:off x="1636623" y="2925497"/>
              <a:ext cx="157064" cy="157064"/>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670155" y="2954291"/>
              <a:ext cx="90000" cy="9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p:cNvGrpSpPr/>
          <p:nvPr/>
        </p:nvGrpSpPr>
        <p:grpSpPr>
          <a:xfrm>
            <a:off x="3844429" y="3432992"/>
            <a:ext cx="243108" cy="243108"/>
            <a:chOff x="1636623" y="2925497"/>
            <a:chExt cx="157064" cy="157064"/>
          </a:xfrm>
        </p:grpSpPr>
        <p:sp>
          <p:nvSpPr>
            <p:cNvPr id="34" name="椭圆 33"/>
            <p:cNvSpPr/>
            <p:nvPr/>
          </p:nvSpPr>
          <p:spPr>
            <a:xfrm>
              <a:off x="1636623" y="2925497"/>
              <a:ext cx="157064" cy="157064"/>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1670155" y="2954291"/>
              <a:ext cx="90000" cy="9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p:nvGrpSpPr>
        <p:grpSpPr>
          <a:xfrm>
            <a:off x="6321635" y="3881194"/>
            <a:ext cx="243108" cy="243108"/>
            <a:chOff x="1636623" y="2925497"/>
            <a:chExt cx="157064" cy="157064"/>
          </a:xfrm>
        </p:grpSpPr>
        <p:sp>
          <p:nvSpPr>
            <p:cNvPr id="37" name="椭圆 36"/>
            <p:cNvSpPr/>
            <p:nvPr/>
          </p:nvSpPr>
          <p:spPr>
            <a:xfrm>
              <a:off x="1636623" y="2925497"/>
              <a:ext cx="157064" cy="157064"/>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670155" y="2954291"/>
              <a:ext cx="90000" cy="9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p:cNvGrpSpPr/>
          <p:nvPr/>
        </p:nvGrpSpPr>
        <p:grpSpPr>
          <a:xfrm>
            <a:off x="8226018" y="3594170"/>
            <a:ext cx="243108" cy="243108"/>
            <a:chOff x="1636623" y="2925497"/>
            <a:chExt cx="157064" cy="157064"/>
          </a:xfrm>
        </p:grpSpPr>
        <p:sp>
          <p:nvSpPr>
            <p:cNvPr id="40" name="椭圆 39"/>
            <p:cNvSpPr/>
            <p:nvPr/>
          </p:nvSpPr>
          <p:spPr>
            <a:xfrm>
              <a:off x="1636623" y="2925497"/>
              <a:ext cx="157064" cy="157064"/>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1670155" y="2954291"/>
              <a:ext cx="90000" cy="9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p:cNvGrpSpPr/>
          <p:nvPr/>
        </p:nvGrpSpPr>
        <p:grpSpPr>
          <a:xfrm>
            <a:off x="10279068" y="4086190"/>
            <a:ext cx="243108" cy="243108"/>
            <a:chOff x="1636623" y="2925497"/>
            <a:chExt cx="157064" cy="157064"/>
          </a:xfrm>
        </p:grpSpPr>
        <p:sp>
          <p:nvSpPr>
            <p:cNvPr id="43" name="椭圆 42"/>
            <p:cNvSpPr/>
            <p:nvPr/>
          </p:nvSpPr>
          <p:spPr>
            <a:xfrm>
              <a:off x="1636623" y="2925497"/>
              <a:ext cx="157064" cy="157064"/>
            </a:xfrm>
            <a:prstGeom prst="ellipse">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670155" y="2954291"/>
              <a:ext cx="90000" cy="9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p:cNvGrpSpPr/>
          <p:nvPr/>
        </p:nvGrpSpPr>
        <p:grpSpPr>
          <a:xfrm>
            <a:off x="809491" y="434711"/>
            <a:ext cx="507873" cy="601076"/>
            <a:chOff x="660399" y="462331"/>
            <a:chExt cx="571289" cy="676130"/>
          </a:xfrm>
        </p:grpSpPr>
        <p:sp>
          <p:nvSpPr>
            <p:cNvPr id="46" name="等腰三角形 45"/>
            <p:cNvSpPr/>
            <p:nvPr/>
          </p:nvSpPr>
          <p:spPr>
            <a:xfrm rot="5400000">
              <a:off x="625132" y="662346"/>
              <a:ext cx="511382" cy="440847"/>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7" name="等腰三角形 46"/>
            <p:cNvSpPr/>
            <p:nvPr/>
          </p:nvSpPr>
          <p:spPr>
            <a:xfrm rot="5400000">
              <a:off x="755574" y="497598"/>
              <a:ext cx="511382" cy="440847"/>
            </a:xfrm>
            <a:prstGeom prst="triangl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49" name="文本框 48"/>
          <p:cNvSpPr txBox="1"/>
          <p:nvPr/>
        </p:nvSpPr>
        <p:spPr>
          <a:xfrm>
            <a:off x="1441898" y="512567"/>
            <a:ext cx="5669783" cy="523220"/>
          </a:xfrm>
          <a:prstGeom prst="rect">
            <a:avLst/>
          </a:prstGeom>
          <a:noFill/>
        </p:spPr>
        <p:txBody>
          <a:bodyPr wrap="square" rtlCol="0">
            <a:spAutoFit/>
          </a:bodyPr>
          <a:lstStyle/>
          <a:p>
            <a:r>
              <a:rPr lang="zh-CN" altLang="en-US" sz="2800" b="1">
                <a:latin typeface="+mj-ea"/>
                <a:ea typeface="+mj-ea"/>
              </a:rPr>
              <a:t>请输入标题</a:t>
            </a:r>
            <a:endParaRPr lang="zh-CN" altLang="en-US" sz="2800" b="1">
              <a:latin typeface="+mj-ea"/>
              <a:ea typeface="+mj-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Straight Connector 8"/>
          <p:cNvCxnSpPr/>
          <p:nvPr/>
        </p:nvCxnSpPr>
        <p:spPr>
          <a:xfrm rot="5400000">
            <a:off x="3726204" y="3617158"/>
            <a:ext cx="4763591" cy="1057"/>
          </a:xfrm>
          <a:prstGeom prst="line">
            <a:avLst/>
          </a:prstGeom>
          <a:ln w="19050">
            <a:solidFill>
              <a:schemeClr val="accent1"/>
            </a:solidFill>
            <a:prstDash val="lg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Rectangle 31"/>
          <p:cNvSpPr/>
          <p:nvPr/>
        </p:nvSpPr>
        <p:spPr>
          <a:xfrm>
            <a:off x="740674" y="3269562"/>
            <a:ext cx="3524275" cy="661976"/>
          </a:xfrm>
          <a:prstGeom prst="rect">
            <a:avLst/>
          </a:prstGeom>
        </p:spPr>
        <p:txBody>
          <a:bodyPr wrap="square">
            <a:spAutoFit/>
          </a:bodyPr>
          <a:lstStyle/>
          <a:p>
            <a:pPr algn="r">
              <a:lnSpc>
                <a:spcPct val="120000"/>
              </a:lnSpc>
            </a:pPr>
            <a:r>
              <a:rPr lang="zh-CN" altLang="en-US" sz="1050">
                <a:latin typeface="+mn-ea"/>
                <a:ea typeface="+mn-ea"/>
              </a:rPr>
              <a:t>请输入文本内容请输入文本内容请输入文本内容请输入文本内容请输入文本内容请输入文本内容请输入文本内容请输入文本内容请输入文本内容</a:t>
            </a:r>
            <a:endParaRPr lang="zh-CN" altLang="en-US" sz="1050">
              <a:latin typeface="+mn-ea"/>
              <a:ea typeface="+mn-ea"/>
            </a:endParaRPr>
          </a:p>
        </p:txBody>
      </p:sp>
      <p:sp>
        <p:nvSpPr>
          <p:cNvPr id="29" name="Rectangle 32"/>
          <p:cNvSpPr/>
          <p:nvPr/>
        </p:nvSpPr>
        <p:spPr>
          <a:xfrm>
            <a:off x="3204346" y="2888559"/>
            <a:ext cx="1005403" cy="424796"/>
          </a:xfrm>
          <a:prstGeom prst="rect">
            <a:avLst/>
          </a:prstGeom>
        </p:spPr>
        <p:txBody>
          <a:bodyPr wrap="none">
            <a:spAutoFit/>
          </a:bodyPr>
          <a:lstStyle/>
          <a:p>
            <a:pPr algn="r">
              <a:lnSpc>
                <a:spcPct val="150000"/>
              </a:lnSpc>
            </a:pPr>
            <a:r>
              <a:rPr lang="zh-CN" altLang="en-US" sz="1600" dirty="0">
                <a:solidFill>
                  <a:schemeClr val="tx1">
                    <a:lumMod val="95000"/>
                    <a:lumOff val="5000"/>
                  </a:schemeClr>
                </a:solidFill>
                <a:latin typeface="+mj-ea"/>
                <a:ea typeface="+mj-ea"/>
                <a:cs typeface="+mn-ea"/>
                <a:sym typeface="+mn-lt"/>
              </a:rPr>
              <a:t>添加标题</a:t>
            </a:r>
            <a:endParaRPr lang="en-US" altLang="zh-CN" sz="1600" dirty="0">
              <a:solidFill>
                <a:schemeClr val="tx1">
                  <a:lumMod val="95000"/>
                  <a:lumOff val="5000"/>
                </a:schemeClr>
              </a:solidFill>
              <a:latin typeface="+mj-ea"/>
              <a:ea typeface="+mj-ea"/>
              <a:cs typeface="+mn-ea"/>
              <a:sym typeface="+mn-lt"/>
            </a:endParaRPr>
          </a:p>
        </p:txBody>
      </p:sp>
      <p:sp>
        <p:nvSpPr>
          <p:cNvPr id="31" name="Rectangle 22"/>
          <p:cNvSpPr/>
          <p:nvPr/>
        </p:nvSpPr>
        <p:spPr>
          <a:xfrm>
            <a:off x="4638561" y="3045650"/>
            <a:ext cx="848261" cy="84821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85000"/>
                  <a:lumOff val="15000"/>
                </a:schemeClr>
              </a:solidFill>
              <a:cs typeface="+mn-ea"/>
              <a:sym typeface="+mn-lt"/>
            </a:endParaRPr>
          </a:p>
        </p:txBody>
      </p:sp>
      <p:sp>
        <p:nvSpPr>
          <p:cNvPr id="34" name="Rectangle 29"/>
          <p:cNvSpPr/>
          <p:nvPr/>
        </p:nvSpPr>
        <p:spPr>
          <a:xfrm>
            <a:off x="740674" y="1840801"/>
            <a:ext cx="3524275" cy="661976"/>
          </a:xfrm>
          <a:prstGeom prst="rect">
            <a:avLst/>
          </a:prstGeom>
        </p:spPr>
        <p:txBody>
          <a:bodyPr wrap="square">
            <a:spAutoFit/>
          </a:bodyPr>
          <a:lstStyle/>
          <a:p>
            <a:pPr algn="r">
              <a:lnSpc>
                <a:spcPct val="120000"/>
              </a:lnSpc>
            </a:pPr>
            <a:r>
              <a:rPr lang="zh-CN" altLang="en-US" sz="1050">
                <a:latin typeface="+mn-ea"/>
                <a:ea typeface="+mn-ea"/>
              </a:rPr>
              <a:t>请输入文本内容请输入文本内容请输入文本内容请输入文本内容请输入文本内容请输入文本内容请输入文本内容请输入文本内容请输入文本内容</a:t>
            </a:r>
            <a:endParaRPr lang="zh-CN" altLang="en-US" sz="1050">
              <a:latin typeface="+mn-ea"/>
              <a:ea typeface="+mn-ea"/>
            </a:endParaRPr>
          </a:p>
        </p:txBody>
      </p:sp>
      <p:sp>
        <p:nvSpPr>
          <p:cNvPr id="35" name="Rectangle 30"/>
          <p:cNvSpPr/>
          <p:nvPr/>
        </p:nvSpPr>
        <p:spPr>
          <a:xfrm>
            <a:off x="3209310" y="1459798"/>
            <a:ext cx="1005403" cy="424796"/>
          </a:xfrm>
          <a:prstGeom prst="rect">
            <a:avLst/>
          </a:prstGeom>
        </p:spPr>
        <p:txBody>
          <a:bodyPr wrap="none">
            <a:spAutoFit/>
          </a:bodyPr>
          <a:lstStyle/>
          <a:p>
            <a:pPr algn="r">
              <a:lnSpc>
                <a:spcPct val="150000"/>
              </a:lnSpc>
            </a:pPr>
            <a:r>
              <a:rPr lang="zh-CN" altLang="en-US" sz="1600" dirty="0">
                <a:solidFill>
                  <a:schemeClr val="tx1">
                    <a:lumMod val="95000"/>
                    <a:lumOff val="5000"/>
                  </a:schemeClr>
                </a:solidFill>
                <a:latin typeface="+mj-ea"/>
                <a:ea typeface="+mj-ea"/>
                <a:cs typeface="+mn-ea"/>
                <a:sym typeface="+mn-lt"/>
              </a:rPr>
              <a:t>添加标题</a:t>
            </a:r>
            <a:endParaRPr lang="en-US" altLang="zh-CN" sz="1600" dirty="0">
              <a:solidFill>
                <a:schemeClr val="tx1">
                  <a:lumMod val="95000"/>
                  <a:lumOff val="5000"/>
                </a:schemeClr>
              </a:solidFill>
              <a:latin typeface="+mj-ea"/>
              <a:ea typeface="+mj-ea"/>
              <a:cs typeface="+mn-ea"/>
              <a:sym typeface="+mn-lt"/>
            </a:endParaRPr>
          </a:p>
        </p:txBody>
      </p:sp>
      <p:sp>
        <p:nvSpPr>
          <p:cNvPr id="37" name="Rectangle 13"/>
          <p:cNvSpPr/>
          <p:nvPr/>
        </p:nvSpPr>
        <p:spPr>
          <a:xfrm>
            <a:off x="4638561" y="1616890"/>
            <a:ext cx="848261" cy="84821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chemeClr val="tx1">
                  <a:lumMod val="85000"/>
                  <a:lumOff val="15000"/>
                </a:schemeClr>
              </a:solidFill>
              <a:cs typeface="+mn-ea"/>
              <a:sym typeface="+mn-lt"/>
            </a:endParaRPr>
          </a:p>
        </p:txBody>
      </p:sp>
      <p:sp>
        <p:nvSpPr>
          <p:cNvPr id="40" name="Rectangle 39"/>
          <p:cNvSpPr/>
          <p:nvPr/>
        </p:nvSpPr>
        <p:spPr>
          <a:xfrm>
            <a:off x="7933442" y="5054841"/>
            <a:ext cx="3524275" cy="661976"/>
          </a:xfrm>
          <a:prstGeom prst="rect">
            <a:avLst/>
          </a:prstGeom>
        </p:spPr>
        <p:txBody>
          <a:bodyPr wrap="square">
            <a:spAutoFit/>
          </a:bodyPr>
          <a:lstStyle/>
          <a:p>
            <a:pPr>
              <a:lnSpc>
                <a:spcPct val="120000"/>
              </a:lnSpc>
            </a:pPr>
            <a:r>
              <a:rPr lang="zh-CN" altLang="en-US" sz="1050">
                <a:latin typeface="+mn-ea"/>
                <a:ea typeface="+mn-ea"/>
              </a:rPr>
              <a:t>请输入文本内容请输入文本内容请输入文本内容请输入文本内容请输入文本内容请输入文本内容请输入文本内容请输入文本内容请输入文本内容</a:t>
            </a:r>
            <a:endParaRPr lang="zh-CN" altLang="en-US" sz="1050">
              <a:latin typeface="+mn-ea"/>
              <a:ea typeface="+mn-ea"/>
            </a:endParaRPr>
          </a:p>
        </p:txBody>
      </p:sp>
      <p:sp>
        <p:nvSpPr>
          <p:cNvPr id="41" name="Rectangle 40"/>
          <p:cNvSpPr/>
          <p:nvPr/>
        </p:nvSpPr>
        <p:spPr>
          <a:xfrm>
            <a:off x="7933442" y="4673838"/>
            <a:ext cx="1005403" cy="424796"/>
          </a:xfrm>
          <a:prstGeom prst="rect">
            <a:avLst/>
          </a:prstGeom>
        </p:spPr>
        <p:txBody>
          <a:bodyPr wrap="none">
            <a:spAutoFit/>
          </a:bodyPr>
          <a:lstStyle/>
          <a:p>
            <a:pPr>
              <a:lnSpc>
                <a:spcPct val="150000"/>
              </a:lnSpc>
            </a:pPr>
            <a:r>
              <a:rPr lang="zh-CN" altLang="en-US" sz="1600" dirty="0">
                <a:solidFill>
                  <a:schemeClr val="tx1">
                    <a:lumMod val="95000"/>
                    <a:lumOff val="5000"/>
                  </a:schemeClr>
                </a:solidFill>
                <a:latin typeface="+mj-ea"/>
                <a:ea typeface="+mj-ea"/>
                <a:cs typeface="+mn-ea"/>
                <a:sym typeface="+mn-lt"/>
              </a:rPr>
              <a:t>添加标题</a:t>
            </a:r>
            <a:endParaRPr lang="en-US" altLang="zh-CN" sz="1600" dirty="0">
              <a:solidFill>
                <a:schemeClr val="tx1">
                  <a:lumMod val="95000"/>
                  <a:lumOff val="5000"/>
                </a:schemeClr>
              </a:solidFill>
              <a:latin typeface="+mj-ea"/>
              <a:ea typeface="+mj-ea"/>
              <a:cs typeface="+mn-ea"/>
              <a:sym typeface="+mn-lt"/>
            </a:endParaRPr>
          </a:p>
        </p:txBody>
      </p:sp>
      <p:sp>
        <p:nvSpPr>
          <p:cNvPr id="43" name="Rectangle 27"/>
          <p:cNvSpPr/>
          <p:nvPr/>
        </p:nvSpPr>
        <p:spPr>
          <a:xfrm>
            <a:off x="6721236" y="4830929"/>
            <a:ext cx="848261" cy="84821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85000"/>
                  <a:lumOff val="15000"/>
                </a:schemeClr>
              </a:solidFill>
              <a:cs typeface="+mn-ea"/>
              <a:sym typeface="+mn-lt"/>
            </a:endParaRPr>
          </a:p>
        </p:txBody>
      </p:sp>
      <p:sp>
        <p:nvSpPr>
          <p:cNvPr id="46" name="Rectangle 33"/>
          <p:cNvSpPr/>
          <p:nvPr/>
        </p:nvSpPr>
        <p:spPr>
          <a:xfrm>
            <a:off x="740674" y="4793573"/>
            <a:ext cx="3524275" cy="661976"/>
          </a:xfrm>
          <a:prstGeom prst="rect">
            <a:avLst/>
          </a:prstGeom>
        </p:spPr>
        <p:txBody>
          <a:bodyPr wrap="square">
            <a:spAutoFit/>
          </a:bodyPr>
          <a:lstStyle/>
          <a:p>
            <a:pPr algn="r">
              <a:lnSpc>
                <a:spcPct val="120000"/>
              </a:lnSpc>
            </a:pPr>
            <a:r>
              <a:rPr lang="zh-CN" altLang="en-US" sz="1050">
                <a:latin typeface="+mn-ea"/>
                <a:ea typeface="+mn-ea"/>
              </a:rPr>
              <a:t>请输入文本内容请输入文本内容请输入文本内容请输入文本内容请输入文本内容请输入文本内容请输入文本内容请输入文本内容请输入文本内容</a:t>
            </a:r>
            <a:endParaRPr lang="zh-CN" altLang="en-US" sz="1050">
              <a:latin typeface="+mn-ea"/>
              <a:ea typeface="+mn-ea"/>
            </a:endParaRPr>
          </a:p>
        </p:txBody>
      </p:sp>
      <p:sp>
        <p:nvSpPr>
          <p:cNvPr id="47" name="Rectangle 34"/>
          <p:cNvSpPr/>
          <p:nvPr/>
        </p:nvSpPr>
        <p:spPr>
          <a:xfrm>
            <a:off x="3194450" y="4406917"/>
            <a:ext cx="1005403" cy="424796"/>
          </a:xfrm>
          <a:prstGeom prst="rect">
            <a:avLst/>
          </a:prstGeom>
        </p:spPr>
        <p:txBody>
          <a:bodyPr wrap="none">
            <a:spAutoFit/>
          </a:bodyPr>
          <a:lstStyle/>
          <a:p>
            <a:pPr algn="r">
              <a:lnSpc>
                <a:spcPct val="150000"/>
              </a:lnSpc>
            </a:pPr>
            <a:r>
              <a:rPr lang="zh-CN" altLang="en-US" sz="1600" dirty="0">
                <a:solidFill>
                  <a:schemeClr val="tx1">
                    <a:lumMod val="95000"/>
                    <a:lumOff val="5000"/>
                  </a:schemeClr>
                </a:solidFill>
                <a:latin typeface="+mj-ea"/>
                <a:ea typeface="+mj-ea"/>
                <a:cs typeface="+mn-ea"/>
                <a:sym typeface="+mn-lt"/>
              </a:rPr>
              <a:t>添加标题</a:t>
            </a:r>
            <a:endParaRPr lang="en-US" altLang="zh-CN" sz="1600" dirty="0">
              <a:solidFill>
                <a:schemeClr val="tx1">
                  <a:lumMod val="95000"/>
                  <a:lumOff val="5000"/>
                </a:schemeClr>
              </a:solidFill>
              <a:latin typeface="+mj-ea"/>
              <a:ea typeface="+mj-ea"/>
              <a:cs typeface="+mn-ea"/>
              <a:sym typeface="+mn-lt"/>
            </a:endParaRPr>
          </a:p>
        </p:txBody>
      </p:sp>
      <p:sp>
        <p:nvSpPr>
          <p:cNvPr id="49" name="Rectangle 26"/>
          <p:cNvSpPr/>
          <p:nvPr/>
        </p:nvSpPr>
        <p:spPr>
          <a:xfrm>
            <a:off x="4638561" y="4569661"/>
            <a:ext cx="848261" cy="848219"/>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85000"/>
                  <a:lumOff val="15000"/>
                </a:schemeClr>
              </a:solidFill>
              <a:cs typeface="+mn-ea"/>
              <a:sym typeface="+mn-lt"/>
            </a:endParaRPr>
          </a:p>
        </p:txBody>
      </p:sp>
      <p:sp>
        <p:nvSpPr>
          <p:cNvPr id="55" name="Rectangle 35"/>
          <p:cNvSpPr/>
          <p:nvPr/>
        </p:nvSpPr>
        <p:spPr>
          <a:xfrm>
            <a:off x="7933442" y="2102069"/>
            <a:ext cx="3524275" cy="661976"/>
          </a:xfrm>
          <a:prstGeom prst="rect">
            <a:avLst/>
          </a:prstGeom>
        </p:spPr>
        <p:txBody>
          <a:bodyPr wrap="square">
            <a:spAutoFit/>
          </a:bodyPr>
          <a:lstStyle/>
          <a:p>
            <a:pPr>
              <a:lnSpc>
                <a:spcPct val="120000"/>
              </a:lnSpc>
            </a:pPr>
            <a:r>
              <a:rPr lang="zh-CN" altLang="en-US" sz="1050">
                <a:latin typeface="+mn-ea"/>
                <a:ea typeface="+mn-ea"/>
              </a:rPr>
              <a:t>请输入文本内容请输入文本内容请输入文本内容请输入文本内容请输入文本内容请输入文本内容请输入文本内容请输入文本内容请输入文本内容</a:t>
            </a:r>
            <a:endParaRPr lang="zh-CN" altLang="en-US" sz="1050">
              <a:latin typeface="+mn-ea"/>
              <a:ea typeface="+mn-ea"/>
            </a:endParaRPr>
          </a:p>
        </p:txBody>
      </p:sp>
      <p:sp>
        <p:nvSpPr>
          <p:cNvPr id="56" name="Rectangle 36"/>
          <p:cNvSpPr/>
          <p:nvPr/>
        </p:nvSpPr>
        <p:spPr>
          <a:xfrm>
            <a:off x="7933442" y="1721066"/>
            <a:ext cx="1005403" cy="424796"/>
          </a:xfrm>
          <a:prstGeom prst="rect">
            <a:avLst/>
          </a:prstGeom>
        </p:spPr>
        <p:txBody>
          <a:bodyPr wrap="none">
            <a:spAutoFit/>
          </a:bodyPr>
          <a:lstStyle/>
          <a:p>
            <a:pPr>
              <a:lnSpc>
                <a:spcPct val="150000"/>
              </a:lnSpc>
            </a:pPr>
            <a:r>
              <a:rPr lang="zh-CN" altLang="en-US" sz="1600" dirty="0">
                <a:solidFill>
                  <a:schemeClr val="tx1">
                    <a:lumMod val="95000"/>
                    <a:lumOff val="5000"/>
                  </a:schemeClr>
                </a:solidFill>
                <a:latin typeface="+mj-ea"/>
                <a:ea typeface="+mj-ea"/>
                <a:cs typeface="+mn-ea"/>
                <a:sym typeface="+mn-lt"/>
              </a:rPr>
              <a:t>添加标题</a:t>
            </a:r>
            <a:endParaRPr lang="en-US" altLang="zh-CN" sz="1600" dirty="0">
              <a:solidFill>
                <a:schemeClr val="tx1">
                  <a:lumMod val="95000"/>
                  <a:lumOff val="5000"/>
                </a:schemeClr>
              </a:solidFill>
              <a:latin typeface="+mj-ea"/>
              <a:ea typeface="+mj-ea"/>
              <a:cs typeface="+mn-ea"/>
              <a:sym typeface="+mn-lt"/>
            </a:endParaRPr>
          </a:p>
        </p:txBody>
      </p:sp>
      <p:sp>
        <p:nvSpPr>
          <p:cNvPr id="58" name="Rectangle 16"/>
          <p:cNvSpPr/>
          <p:nvPr/>
        </p:nvSpPr>
        <p:spPr>
          <a:xfrm>
            <a:off x="6721236" y="1878158"/>
            <a:ext cx="848261" cy="848219"/>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85000"/>
                  <a:lumOff val="15000"/>
                </a:schemeClr>
              </a:solidFill>
              <a:cs typeface="+mn-ea"/>
              <a:sym typeface="+mn-lt"/>
            </a:endParaRPr>
          </a:p>
        </p:txBody>
      </p:sp>
      <p:sp>
        <p:nvSpPr>
          <p:cNvPr id="70" name="Rectangle 37"/>
          <p:cNvSpPr/>
          <p:nvPr/>
        </p:nvSpPr>
        <p:spPr>
          <a:xfrm>
            <a:off x="7933442" y="3530830"/>
            <a:ext cx="3524275" cy="661976"/>
          </a:xfrm>
          <a:prstGeom prst="rect">
            <a:avLst/>
          </a:prstGeom>
        </p:spPr>
        <p:txBody>
          <a:bodyPr wrap="square">
            <a:spAutoFit/>
          </a:bodyPr>
          <a:lstStyle/>
          <a:p>
            <a:pPr>
              <a:lnSpc>
                <a:spcPct val="120000"/>
              </a:lnSpc>
            </a:pPr>
            <a:r>
              <a:rPr lang="zh-CN" altLang="en-US" sz="1050">
                <a:latin typeface="+mn-ea"/>
                <a:ea typeface="+mn-ea"/>
              </a:rPr>
              <a:t>请输入文本内容请输入文本内容请输入文本内容请输入文本内容请输入文本内容请输入文本内容请输入文本内容请输入文本内容请输入文本内容</a:t>
            </a:r>
            <a:endParaRPr lang="zh-CN" altLang="en-US" sz="1050">
              <a:latin typeface="+mn-ea"/>
              <a:ea typeface="+mn-ea"/>
            </a:endParaRPr>
          </a:p>
        </p:txBody>
      </p:sp>
      <p:sp>
        <p:nvSpPr>
          <p:cNvPr id="71" name="Rectangle 38"/>
          <p:cNvSpPr/>
          <p:nvPr/>
        </p:nvSpPr>
        <p:spPr>
          <a:xfrm>
            <a:off x="7933442" y="3149827"/>
            <a:ext cx="1005403" cy="424796"/>
          </a:xfrm>
          <a:prstGeom prst="rect">
            <a:avLst/>
          </a:prstGeom>
        </p:spPr>
        <p:txBody>
          <a:bodyPr wrap="none">
            <a:spAutoFit/>
          </a:bodyPr>
          <a:lstStyle/>
          <a:p>
            <a:pPr>
              <a:lnSpc>
                <a:spcPct val="150000"/>
              </a:lnSpc>
            </a:pPr>
            <a:r>
              <a:rPr lang="zh-CN" altLang="en-US" sz="1600" dirty="0">
                <a:solidFill>
                  <a:schemeClr val="tx1">
                    <a:lumMod val="95000"/>
                    <a:lumOff val="5000"/>
                  </a:schemeClr>
                </a:solidFill>
                <a:latin typeface="+mj-ea"/>
                <a:ea typeface="+mj-ea"/>
                <a:cs typeface="+mn-ea"/>
                <a:sym typeface="+mn-lt"/>
              </a:rPr>
              <a:t>添加标题</a:t>
            </a:r>
            <a:endParaRPr lang="en-US" altLang="zh-CN" sz="1600" dirty="0">
              <a:solidFill>
                <a:schemeClr val="tx1">
                  <a:lumMod val="95000"/>
                  <a:lumOff val="5000"/>
                </a:schemeClr>
              </a:solidFill>
              <a:latin typeface="+mj-ea"/>
              <a:ea typeface="+mj-ea"/>
              <a:cs typeface="+mn-ea"/>
              <a:sym typeface="+mn-lt"/>
            </a:endParaRPr>
          </a:p>
        </p:txBody>
      </p:sp>
      <p:sp>
        <p:nvSpPr>
          <p:cNvPr id="73" name="Rectangle 23"/>
          <p:cNvSpPr/>
          <p:nvPr/>
        </p:nvSpPr>
        <p:spPr>
          <a:xfrm>
            <a:off x="6721236" y="3306918"/>
            <a:ext cx="848261" cy="84821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tx1">
                  <a:lumMod val="85000"/>
                  <a:lumOff val="15000"/>
                </a:schemeClr>
              </a:solidFill>
              <a:cs typeface="+mn-ea"/>
              <a:sym typeface="+mn-lt"/>
            </a:endParaRPr>
          </a:p>
        </p:txBody>
      </p:sp>
      <p:grpSp>
        <p:nvGrpSpPr>
          <p:cNvPr id="2" name="组合 1"/>
          <p:cNvGrpSpPr/>
          <p:nvPr/>
        </p:nvGrpSpPr>
        <p:grpSpPr>
          <a:xfrm>
            <a:off x="809491" y="434711"/>
            <a:ext cx="507873" cy="601076"/>
            <a:chOff x="660399" y="462331"/>
            <a:chExt cx="571289" cy="676130"/>
          </a:xfrm>
        </p:grpSpPr>
        <p:sp>
          <p:nvSpPr>
            <p:cNvPr id="3" name="等腰三角形 2"/>
            <p:cNvSpPr/>
            <p:nvPr/>
          </p:nvSpPr>
          <p:spPr>
            <a:xfrm rot="5400000">
              <a:off x="625132" y="662346"/>
              <a:ext cx="511382" cy="440847"/>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sp>
          <p:nvSpPr>
            <p:cNvPr id="4" name="等腰三角形 3"/>
            <p:cNvSpPr/>
            <p:nvPr/>
          </p:nvSpPr>
          <p:spPr>
            <a:xfrm rot="5400000">
              <a:off x="755574" y="497598"/>
              <a:ext cx="511382" cy="440847"/>
            </a:xfrm>
            <a:prstGeom prst="triangl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ctr"/>
              <a:endParaRPr lang="zh-CN" altLang="en-US"/>
            </a:p>
          </p:txBody>
        </p:sp>
      </p:grpSp>
      <p:sp>
        <p:nvSpPr>
          <p:cNvPr id="5" name="文本框 4"/>
          <p:cNvSpPr txBox="1"/>
          <p:nvPr/>
        </p:nvSpPr>
        <p:spPr>
          <a:xfrm>
            <a:off x="1441898" y="512567"/>
            <a:ext cx="5669783" cy="523220"/>
          </a:xfrm>
          <a:prstGeom prst="rect">
            <a:avLst/>
          </a:prstGeom>
          <a:noFill/>
        </p:spPr>
        <p:txBody>
          <a:bodyPr wrap="square" rtlCol="0">
            <a:spAutoFit/>
          </a:bodyPr>
          <a:lstStyle/>
          <a:p>
            <a:r>
              <a:rPr lang="zh-CN" altLang="en-US" sz="2800" b="1">
                <a:latin typeface="+mj-ea"/>
                <a:ea typeface="+mj-ea"/>
              </a:rPr>
              <a:t>请输入标题</a:t>
            </a:r>
            <a:endParaRPr lang="zh-CN" altLang="en-US" sz="2800" b="1">
              <a:latin typeface="+mj-ea"/>
              <a:ea typeface="+mj-ea"/>
            </a:endParaRPr>
          </a:p>
        </p:txBody>
      </p:sp>
      <p:sp>
        <p:nvSpPr>
          <p:cNvPr id="6" name="文本框 5"/>
          <p:cNvSpPr txBox="1"/>
          <p:nvPr/>
        </p:nvSpPr>
        <p:spPr>
          <a:xfrm>
            <a:off x="4752759" y="1767274"/>
            <a:ext cx="619864" cy="584775"/>
          </a:xfrm>
          <a:prstGeom prst="rect">
            <a:avLst/>
          </a:prstGeom>
          <a:noFill/>
        </p:spPr>
        <p:txBody>
          <a:bodyPr wrap="square" rtlCol="0">
            <a:spAutoFit/>
          </a:bodyPr>
          <a:lstStyle/>
          <a:p>
            <a:r>
              <a:rPr lang="en-US" altLang="zh-CN" sz="3200">
                <a:solidFill>
                  <a:schemeClr val="bg1"/>
                </a:solidFill>
                <a:latin typeface="+mj-lt"/>
              </a:rPr>
              <a:t>01</a:t>
            </a:r>
            <a:endParaRPr lang="zh-CN" altLang="en-US" sz="3200">
              <a:solidFill>
                <a:schemeClr val="bg1"/>
              </a:solidFill>
              <a:latin typeface="+mj-lt"/>
            </a:endParaRPr>
          </a:p>
        </p:txBody>
      </p:sp>
      <p:sp>
        <p:nvSpPr>
          <p:cNvPr id="7" name="文本框 6"/>
          <p:cNvSpPr txBox="1"/>
          <p:nvPr/>
        </p:nvSpPr>
        <p:spPr>
          <a:xfrm>
            <a:off x="6821674" y="2037872"/>
            <a:ext cx="619864" cy="584775"/>
          </a:xfrm>
          <a:prstGeom prst="rect">
            <a:avLst/>
          </a:prstGeom>
          <a:noFill/>
        </p:spPr>
        <p:txBody>
          <a:bodyPr wrap="square" rtlCol="0">
            <a:spAutoFit/>
          </a:bodyPr>
          <a:lstStyle/>
          <a:p>
            <a:r>
              <a:rPr lang="en-US" altLang="zh-CN" sz="3200">
                <a:solidFill>
                  <a:schemeClr val="bg1"/>
                </a:solidFill>
                <a:latin typeface="+mj-lt"/>
              </a:rPr>
              <a:t>01</a:t>
            </a:r>
            <a:endParaRPr lang="zh-CN" altLang="en-US" sz="3200">
              <a:solidFill>
                <a:schemeClr val="bg1"/>
              </a:solidFill>
              <a:latin typeface="+mj-lt"/>
            </a:endParaRPr>
          </a:p>
        </p:txBody>
      </p:sp>
      <p:sp>
        <p:nvSpPr>
          <p:cNvPr id="8" name="文本框 7"/>
          <p:cNvSpPr txBox="1"/>
          <p:nvPr/>
        </p:nvSpPr>
        <p:spPr>
          <a:xfrm>
            <a:off x="4734096" y="3186550"/>
            <a:ext cx="733005" cy="584775"/>
          </a:xfrm>
          <a:prstGeom prst="rect">
            <a:avLst/>
          </a:prstGeom>
          <a:noFill/>
        </p:spPr>
        <p:txBody>
          <a:bodyPr wrap="square" rtlCol="0">
            <a:spAutoFit/>
          </a:bodyPr>
          <a:lstStyle/>
          <a:p>
            <a:r>
              <a:rPr lang="en-US" altLang="zh-CN" sz="3200">
                <a:solidFill>
                  <a:schemeClr val="bg1"/>
                </a:solidFill>
                <a:latin typeface="+mj-lt"/>
              </a:rPr>
              <a:t>02</a:t>
            </a:r>
            <a:endParaRPr lang="zh-CN" altLang="en-US" sz="3200">
              <a:solidFill>
                <a:schemeClr val="bg1"/>
              </a:solidFill>
              <a:latin typeface="+mj-lt"/>
            </a:endParaRPr>
          </a:p>
        </p:txBody>
      </p:sp>
      <p:sp>
        <p:nvSpPr>
          <p:cNvPr id="9" name="文本框 8"/>
          <p:cNvSpPr txBox="1"/>
          <p:nvPr/>
        </p:nvSpPr>
        <p:spPr>
          <a:xfrm>
            <a:off x="6803011" y="3457148"/>
            <a:ext cx="747823" cy="584775"/>
          </a:xfrm>
          <a:prstGeom prst="rect">
            <a:avLst/>
          </a:prstGeom>
          <a:noFill/>
        </p:spPr>
        <p:txBody>
          <a:bodyPr wrap="square" rtlCol="0">
            <a:spAutoFit/>
          </a:bodyPr>
          <a:lstStyle/>
          <a:p>
            <a:r>
              <a:rPr lang="en-US" altLang="zh-CN" sz="3200">
                <a:solidFill>
                  <a:schemeClr val="bg1"/>
                </a:solidFill>
                <a:latin typeface="+mj-lt"/>
              </a:rPr>
              <a:t>02</a:t>
            </a:r>
            <a:endParaRPr lang="zh-CN" altLang="en-US" sz="3200">
              <a:solidFill>
                <a:schemeClr val="bg1"/>
              </a:solidFill>
              <a:latin typeface="+mj-lt"/>
            </a:endParaRPr>
          </a:p>
        </p:txBody>
      </p:sp>
      <p:sp>
        <p:nvSpPr>
          <p:cNvPr id="10" name="文本框 9"/>
          <p:cNvSpPr txBox="1"/>
          <p:nvPr/>
        </p:nvSpPr>
        <p:spPr>
          <a:xfrm>
            <a:off x="4726982" y="4728115"/>
            <a:ext cx="693463" cy="584775"/>
          </a:xfrm>
          <a:prstGeom prst="rect">
            <a:avLst/>
          </a:prstGeom>
          <a:noFill/>
        </p:spPr>
        <p:txBody>
          <a:bodyPr wrap="square" rtlCol="0">
            <a:spAutoFit/>
          </a:bodyPr>
          <a:lstStyle/>
          <a:p>
            <a:r>
              <a:rPr lang="en-US" altLang="zh-CN" sz="3200">
                <a:solidFill>
                  <a:schemeClr val="bg1"/>
                </a:solidFill>
                <a:latin typeface="+mj-lt"/>
              </a:rPr>
              <a:t>03</a:t>
            </a:r>
            <a:endParaRPr lang="zh-CN" altLang="en-US" sz="3200">
              <a:solidFill>
                <a:schemeClr val="bg1"/>
              </a:solidFill>
              <a:latin typeface="+mj-lt"/>
            </a:endParaRPr>
          </a:p>
        </p:txBody>
      </p:sp>
      <p:sp>
        <p:nvSpPr>
          <p:cNvPr id="11" name="文本框 10"/>
          <p:cNvSpPr txBox="1"/>
          <p:nvPr/>
        </p:nvSpPr>
        <p:spPr>
          <a:xfrm>
            <a:off x="6805228" y="4998713"/>
            <a:ext cx="708281" cy="584775"/>
          </a:xfrm>
          <a:prstGeom prst="rect">
            <a:avLst/>
          </a:prstGeom>
          <a:noFill/>
        </p:spPr>
        <p:txBody>
          <a:bodyPr wrap="square" rtlCol="0">
            <a:spAutoFit/>
          </a:bodyPr>
          <a:lstStyle/>
          <a:p>
            <a:r>
              <a:rPr lang="en-US" altLang="zh-CN" sz="3200">
                <a:solidFill>
                  <a:schemeClr val="bg1"/>
                </a:solidFill>
                <a:latin typeface="+mj-lt"/>
              </a:rPr>
              <a:t>03</a:t>
            </a:r>
            <a:endParaRPr lang="zh-CN" altLang="en-US" sz="3200">
              <a:solidFill>
                <a:schemeClr val="bg1"/>
              </a:solidFill>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030933" y="3356141"/>
            <a:ext cx="706119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a:ln>
                  <a:noFill/>
                </a:ln>
                <a:effectLst/>
                <a:uLnTx/>
                <a:uFillTx/>
                <a:latin typeface="+mj-ea"/>
                <a:ea typeface="+mj-ea"/>
                <a:cs typeface="阿里巴巴普惠体 2.0 45 Light" panose="00020600040101010101" pitchFamily="18" charset="-122"/>
              </a:rPr>
              <a:t>请输入相应标题文字内容</a:t>
            </a:r>
            <a:endParaRPr kumimoji="0" lang="zh-CN" altLang="en-US" sz="1800" b="0" i="0" u="none" strike="noStrike" kern="1200" cap="none" spc="0" normalizeH="0" baseline="0" noProof="0" dirty="0">
              <a:ln>
                <a:noFill/>
              </a:ln>
              <a:effectLst/>
              <a:uLnTx/>
              <a:uFillTx/>
              <a:latin typeface="+mj-ea"/>
              <a:ea typeface="+mj-ea"/>
              <a:cs typeface="阿里巴巴普惠体 2.0 45 Light" panose="00020600040101010101" pitchFamily="18" charset="-122"/>
            </a:endParaRPr>
          </a:p>
        </p:txBody>
      </p:sp>
      <p:sp>
        <p:nvSpPr>
          <p:cNvPr id="3" name="文本框 2"/>
          <p:cNvSpPr txBox="1"/>
          <p:nvPr/>
        </p:nvSpPr>
        <p:spPr>
          <a:xfrm>
            <a:off x="4150377" y="2188596"/>
            <a:ext cx="5570757"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6000" b="1">
                <a:latin typeface="+mj-ea"/>
                <a:ea typeface="+mj-ea"/>
                <a:cs typeface="阿里巴巴普惠体 B" panose="00020600040101010101" pitchFamily="18" charset="-122"/>
              </a:rPr>
              <a:t>感谢大家观看！</a:t>
            </a:r>
            <a:endParaRPr kumimoji="0" lang="zh-CN" altLang="en-US" sz="6000" b="1" i="0" u="none" strike="noStrike" kern="1200" cap="none" spc="0" normalizeH="0" baseline="0" noProof="0" dirty="0">
              <a:ln>
                <a:noFill/>
              </a:ln>
              <a:effectLst/>
              <a:uLnTx/>
              <a:uFillTx/>
              <a:latin typeface="+mj-ea"/>
              <a:ea typeface="+mj-ea"/>
              <a:cs typeface="阿里巴巴普惠体 B" panose="00020600040101010101" pitchFamily="18" charset="-122"/>
            </a:endParaRPr>
          </a:p>
        </p:txBody>
      </p:sp>
      <p:grpSp>
        <p:nvGrpSpPr>
          <p:cNvPr id="4" name="组合 3"/>
          <p:cNvGrpSpPr/>
          <p:nvPr/>
        </p:nvGrpSpPr>
        <p:grpSpPr>
          <a:xfrm>
            <a:off x="5318244" y="4034268"/>
            <a:ext cx="2486578" cy="695365"/>
            <a:chOff x="5318244" y="4689178"/>
            <a:chExt cx="2486578" cy="695365"/>
          </a:xfrm>
        </p:grpSpPr>
        <p:sp>
          <p:nvSpPr>
            <p:cNvPr id="5" name="矩形: 圆角 4"/>
            <p:cNvSpPr/>
            <p:nvPr/>
          </p:nvSpPr>
          <p:spPr>
            <a:xfrm>
              <a:off x="5330902" y="4689178"/>
              <a:ext cx="2461258" cy="695365"/>
            </a:xfrm>
            <a:prstGeom prst="roundRect">
              <a:avLst>
                <a:gd name="adj" fmla="val 50000"/>
              </a:avLst>
            </a:prstGeom>
            <a:solidFill>
              <a:srgbClr val="FFFFFF"/>
            </a:solidFill>
            <a:ln>
              <a:noFill/>
            </a:ln>
            <a:effectLst>
              <a:outerShdw blurRad="266700" algn="ctr"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mn-ea"/>
                <a:cs typeface="+mn-cs"/>
              </a:endParaRPr>
            </a:p>
          </p:txBody>
        </p:sp>
        <p:sp>
          <p:nvSpPr>
            <p:cNvPr id="6" name="文本框 5"/>
            <p:cNvSpPr txBox="1"/>
            <p:nvPr/>
          </p:nvSpPr>
          <p:spPr>
            <a:xfrm>
              <a:off x="5318244" y="4846136"/>
              <a:ext cx="248657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black"/>
                  </a:solidFill>
                  <a:effectLst/>
                  <a:uLnTx/>
                  <a:uFillTx/>
                  <a:latin typeface="+mj-ea"/>
                  <a:ea typeface="+mj-ea"/>
                  <a:cs typeface="阿里巴巴普惠体 2.0 35 Thin" panose="00020600040101010101" pitchFamily="18" charset="-122"/>
                </a:rPr>
                <a:t>汇报</a:t>
              </a:r>
              <a:r>
                <a:rPr kumimoji="0" lang="zh-CN" altLang="en-US" sz="2000" b="0" i="0" u="none" strike="noStrike" kern="1200" cap="none" spc="0" normalizeH="0" baseline="0" noProof="0">
                  <a:ln>
                    <a:noFill/>
                  </a:ln>
                  <a:solidFill>
                    <a:prstClr val="black"/>
                  </a:solidFill>
                  <a:effectLst/>
                  <a:uLnTx/>
                  <a:uFillTx/>
                  <a:latin typeface="+mj-ea"/>
                  <a:ea typeface="+mj-ea"/>
                  <a:cs typeface="阿里巴巴普惠体 2.0 35 Thin" panose="00020600040101010101" pitchFamily="18" charset="-122"/>
                </a:rPr>
                <a:t>人：</a:t>
              </a:r>
              <a:r>
                <a:rPr lang="en-US" altLang="zh-CN" sz="2000">
                  <a:solidFill>
                    <a:prstClr val="black"/>
                  </a:solidFill>
                  <a:latin typeface="+mj-ea"/>
                  <a:ea typeface="+mj-ea"/>
                  <a:cs typeface="阿里巴巴普惠体 2.0 35 Thin" panose="00020600040101010101" pitchFamily="18" charset="-122"/>
                </a:rPr>
                <a:t>51PPT</a:t>
              </a:r>
              <a:r>
                <a:rPr lang="zh-CN" altLang="en-US" sz="2000">
                  <a:solidFill>
                    <a:prstClr val="black"/>
                  </a:solidFill>
                  <a:latin typeface="+mj-ea"/>
                  <a:ea typeface="+mj-ea"/>
                  <a:cs typeface="阿里巴巴普惠体 2.0 35 Thin" panose="00020600040101010101" pitchFamily="18" charset="-122"/>
                </a:rPr>
                <a:t>模板</a:t>
              </a:r>
              <a:endParaRPr kumimoji="0" lang="zh-CN" altLang="en-US" sz="2000" b="0" i="0" u="none" strike="noStrike" kern="1200" cap="none" spc="0" normalizeH="0" baseline="0" noProof="0" dirty="0">
                <a:ln>
                  <a:noFill/>
                </a:ln>
                <a:solidFill>
                  <a:prstClr val="black"/>
                </a:solidFill>
                <a:effectLst/>
                <a:uLnTx/>
                <a:uFillTx/>
                <a:latin typeface="+mj-ea"/>
                <a:ea typeface="+mj-ea"/>
                <a:cs typeface="阿里巴巴普惠体 2.0 35 Thin" panose="00020600040101010101" pitchFamily="18" charset="-122"/>
              </a:endParaRPr>
            </a:p>
          </p:txBody>
        </p:sp>
      </p:grpSp>
      <p:sp>
        <p:nvSpPr>
          <p:cNvPr id="7" name="任意多边形: 形状 6"/>
          <p:cNvSpPr/>
          <p:nvPr/>
        </p:nvSpPr>
        <p:spPr>
          <a:xfrm flipH="1">
            <a:off x="0" y="3537673"/>
            <a:ext cx="3030933" cy="3320327"/>
          </a:xfrm>
          <a:custGeom>
            <a:avLst/>
            <a:gdLst>
              <a:gd name="connsiteX0" fmla="*/ 3030933 w 3030933"/>
              <a:gd name="connsiteY0" fmla="*/ 0 h 3320327"/>
              <a:gd name="connsiteX1" fmla="*/ 3030933 w 3030933"/>
              <a:gd name="connsiteY1" fmla="*/ 1315475 h 3320327"/>
              <a:gd name="connsiteX2" fmla="*/ 2861061 w 3030933"/>
              <a:gd name="connsiteY2" fmla="*/ 1341401 h 3320327"/>
              <a:gd name="connsiteX3" fmla="*/ 1310294 w 3030933"/>
              <a:gd name="connsiteY3" fmla="*/ 3244127 h 3320327"/>
              <a:gd name="connsiteX4" fmla="*/ 1314142 w 3030933"/>
              <a:gd name="connsiteY4" fmla="*/ 3320327 h 3320327"/>
              <a:gd name="connsiteX5" fmla="*/ 3848 w 3030933"/>
              <a:gd name="connsiteY5" fmla="*/ 3320327 h 3320327"/>
              <a:gd name="connsiteX6" fmla="*/ 0 w 3030933"/>
              <a:gd name="connsiteY6" fmla="*/ 3244127 h 3320327"/>
              <a:gd name="connsiteX7" fmla="*/ 2919932 w 3030933"/>
              <a:gd name="connsiteY7" fmla="*/ 8440 h 3320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0933" h="3320327">
                <a:moveTo>
                  <a:pt x="3030933" y="0"/>
                </a:moveTo>
                <a:lnTo>
                  <a:pt x="3030933" y="1315475"/>
                </a:lnTo>
                <a:lnTo>
                  <a:pt x="2861061" y="1341401"/>
                </a:lnTo>
                <a:cubicBezTo>
                  <a:pt x="1976040" y="1522502"/>
                  <a:pt x="1310294" y="2305568"/>
                  <a:pt x="1310294" y="3244127"/>
                </a:cubicBezTo>
                <a:lnTo>
                  <a:pt x="1314142" y="3320327"/>
                </a:lnTo>
                <a:lnTo>
                  <a:pt x="3848" y="3320327"/>
                </a:lnTo>
                <a:lnTo>
                  <a:pt x="0" y="3244127"/>
                </a:lnTo>
                <a:cubicBezTo>
                  <a:pt x="0" y="1560101"/>
                  <a:pt x="1279849" y="175000"/>
                  <a:pt x="2919932" y="844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sz="1600">
              <a:solidFill>
                <a:schemeClr val="bg1"/>
              </a:solidFill>
              <a:latin typeface="+mj-ea"/>
              <a:ea typeface="+mj-ea"/>
            </a:endParaRPr>
          </a:p>
        </p:txBody>
      </p:sp>
      <p:sp>
        <p:nvSpPr>
          <p:cNvPr id="8" name="任意多边形: 形状 7"/>
          <p:cNvSpPr/>
          <p:nvPr/>
        </p:nvSpPr>
        <p:spPr>
          <a:xfrm flipH="1">
            <a:off x="10482279" y="0"/>
            <a:ext cx="1709721" cy="1542092"/>
          </a:xfrm>
          <a:custGeom>
            <a:avLst/>
            <a:gdLst>
              <a:gd name="connsiteX0" fmla="*/ 0 w 1709721"/>
              <a:gd name="connsiteY0" fmla="*/ 0 h 1542092"/>
              <a:gd name="connsiteX1" fmla="*/ 1709721 w 1709721"/>
              <a:gd name="connsiteY1" fmla="*/ 0 h 1542092"/>
              <a:gd name="connsiteX2" fmla="*/ 1683816 w 1709721"/>
              <a:gd name="connsiteY2" fmla="*/ 169743 h 1542092"/>
              <a:gd name="connsiteX3" fmla="*/ 0 w 1709721"/>
              <a:gd name="connsiteY3" fmla="*/ 1542092 h 1542092"/>
            </a:gdLst>
            <a:ahLst/>
            <a:cxnLst>
              <a:cxn ang="0">
                <a:pos x="connsiteX0" y="connsiteY0"/>
              </a:cxn>
              <a:cxn ang="0">
                <a:pos x="connsiteX1" y="connsiteY1"/>
              </a:cxn>
              <a:cxn ang="0">
                <a:pos x="connsiteX2" y="connsiteY2"/>
              </a:cxn>
              <a:cxn ang="0">
                <a:pos x="connsiteX3" y="connsiteY3"/>
              </a:cxn>
            </a:cxnLst>
            <a:rect l="l" t="t" r="r" b="b"/>
            <a:pathLst>
              <a:path w="1709721" h="1542092">
                <a:moveTo>
                  <a:pt x="0" y="0"/>
                </a:moveTo>
                <a:lnTo>
                  <a:pt x="1709721" y="0"/>
                </a:lnTo>
                <a:lnTo>
                  <a:pt x="1683816" y="169743"/>
                </a:lnTo>
                <a:cubicBezTo>
                  <a:pt x="1523550" y="952941"/>
                  <a:pt x="830577" y="1542092"/>
                  <a:pt x="0" y="1542092"/>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zh-CN" altLang="en-US" sz="1600">
              <a:solidFill>
                <a:schemeClr val="bg1"/>
              </a:solidFill>
              <a:latin typeface="+mj-ea"/>
              <a:ea typeface="+mj-ea"/>
            </a:endParaRPr>
          </a:p>
        </p:txBody>
      </p:sp>
      <p:sp>
        <p:nvSpPr>
          <p:cNvPr id="13" name="椭圆 12"/>
          <p:cNvSpPr/>
          <p:nvPr/>
        </p:nvSpPr>
        <p:spPr>
          <a:xfrm>
            <a:off x="1029391" y="1063397"/>
            <a:ext cx="478695" cy="478695"/>
          </a:xfrm>
          <a:prstGeom prst="ellipse">
            <a:avLst/>
          </a:prstGeom>
          <a:solidFill>
            <a:schemeClr val="accent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1444321" y="3153628"/>
            <a:ext cx="550743" cy="550743"/>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8691791" y="5771427"/>
            <a:ext cx="825433" cy="82543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9721134" y="771046"/>
            <a:ext cx="208931" cy="20893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95325" y="5110052"/>
            <a:ext cx="3831498" cy="933332"/>
          </a:xfrm>
          <a:prstGeom prst="rect">
            <a:avLst/>
          </a:prstGeom>
        </p:spPr>
        <p:txBody>
          <a:bodyPr wrap="none">
            <a:spAutoFit/>
          </a:bodyPr>
          <a:lstStyle/>
          <a:p>
            <a:r>
              <a:rPr kumimoji="0" lang="zh-CN" altLang="en-US" sz="1400" b="0" i="0" u="none" strike="noStrike" kern="1200" cap="none" spc="0" normalizeH="0" baseline="0" noProof="0" dirty="0">
                <a:ln>
                  <a:noFill/>
                </a:ln>
                <a:solidFill>
                  <a:srgbClr val="FF0000"/>
                </a:solidFill>
                <a:effectLst/>
                <a:uLnTx/>
                <a:uFillTx/>
                <a:latin typeface="OPPOSans H"/>
                <a:ea typeface="OPPOSans H"/>
                <a:cs typeface="+mn-cs"/>
              </a:rPr>
              <a:t>纯白、    </a:t>
            </a:r>
            <a:r>
              <a:rPr lang="zh-CN" altLang="en-US" sz="1355" dirty="0">
                <a:solidFill>
                  <a:srgbClr val="FF0000"/>
                </a:solidFill>
                <a:latin typeface="汉仪雅酷黑 45W" panose="020B0404020202020204" pitchFamily="34" charset="-122"/>
                <a:ea typeface="汉仪雅酷黑 45W" panose="020B0404020202020204" pitchFamily="34" charset="-122"/>
              </a:rPr>
              <a:t>作品</a:t>
            </a:r>
            <a:endParaRPr lang="en-US" altLang="zh-CN" sz="1355" dirty="0">
              <a:solidFill>
                <a:srgbClr val="FF0000"/>
              </a:solidFill>
              <a:latin typeface="汉仪雅酷黑 45W" panose="020B0404020202020204" pitchFamily="34" charset="-122"/>
              <a:ea typeface="汉仪雅酷黑 45W" panose="020B0404020202020204" pitchFamily="34" charset="-122"/>
            </a:endParaRPr>
          </a:p>
          <a:p>
            <a:endParaRPr lang="en-US" altLang="zh-CN" sz="1355" dirty="0">
              <a:solidFill>
                <a:srgbClr val="FF0000"/>
              </a:solidFill>
              <a:ea typeface="汉仪雅酷黑 45W" panose="020B0404020202020204" pitchFamily="34" charset="-122"/>
            </a:endParaRPr>
          </a:p>
          <a:p>
            <a:r>
              <a:rPr lang="en-US" altLang="zh-CN" sz="1355" dirty="0">
                <a:solidFill>
                  <a:srgbClr val="FF0000"/>
                </a:solidFill>
                <a:ea typeface="汉仪雅酷黑 45W" panose="020B0404020202020204" pitchFamily="34" charset="-122"/>
              </a:rPr>
              <a:t>51PPT</a:t>
            </a:r>
            <a:r>
              <a:rPr lang="zh-CN" altLang="en-US" sz="1355" dirty="0">
                <a:solidFill>
                  <a:srgbClr val="FF0000"/>
                </a:solidFill>
                <a:ea typeface="汉仪雅酷黑 45W" panose="020B0404020202020204" pitchFamily="34" charset="-122"/>
              </a:rPr>
              <a:t>模板网   </a:t>
            </a:r>
            <a:r>
              <a:rPr lang="en-US" altLang="zh-CN" sz="1355" dirty="0">
                <a:solidFill>
                  <a:srgbClr val="FF0000"/>
                </a:solidFill>
                <a:ea typeface="汉仪雅酷黑 45W" panose="020B0404020202020204" pitchFamily="34" charset="-122"/>
                <a:hlinkClick r:id="rId1"/>
              </a:rPr>
              <a:t>www.51pptmoban.com</a:t>
            </a:r>
            <a:r>
              <a:rPr lang="en-US" altLang="zh-CN" sz="1355" dirty="0">
                <a:solidFill>
                  <a:srgbClr val="FF0000"/>
                </a:solidFill>
                <a:ea typeface="汉仪雅酷黑 45W" panose="020B0404020202020204" pitchFamily="34" charset="-122"/>
              </a:rPr>
              <a:t>  </a:t>
            </a:r>
            <a:r>
              <a:rPr lang="zh-CN" altLang="en-US" sz="1355" dirty="0">
                <a:solidFill>
                  <a:srgbClr val="FF0000"/>
                </a:solidFill>
                <a:ea typeface="汉仪雅酷黑 45W" panose="020B0404020202020204" pitchFamily="34" charset="-122"/>
              </a:rPr>
              <a:t>授权发布</a:t>
            </a:r>
            <a:endParaRPr lang="en-US" altLang="zh-CN" sz="1355" dirty="0">
              <a:solidFill>
                <a:srgbClr val="FF0000"/>
              </a:solidFill>
              <a:ea typeface="汉仪雅酷黑 45W" panose="020B0404020202020204" pitchFamily="34" charset="-122"/>
            </a:endParaRPr>
          </a:p>
          <a:p>
            <a:endParaRPr lang="zh-CN" altLang="en-US" sz="1355" dirty="0">
              <a:solidFill>
                <a:srgbClr val="FF0000"/>
              </a:solidFill>
            </a:endParaRPr>
          </a:p>
        </p:txBody>
      </p:sp>
      <p:pic>
        <p:nvPicPr>
          <p:cNvPr id="3" name="图片 2"/>
          <p:cNvPicPr>
            <a:picLocks noChangeAspect="1"/>
          </p:cNvPicPr>
          <p:nvPr/>
        </p:nvPicPr>
        <p:blipFill>
          <a:blip r:embed="rId2" cstate="email"/>
          <a:stretch>
            <a:fillRect/>
          </a:stretch>
        </p:blipFill>
        <p:spPr>
          <a:xfrm>
            <a:off x="809507" y="4610550"/>
            <a:ext cx="1572527" cy="360120"/>
          </a:xfrm>
          <a:prstGeom prst="rect">
            <a:avLst/>
          </a:prstGeom>
        </p:spPr>
      </p:pic>
    </p:spTree>
  </p:cSld>
  <p:clrMapOvr>
    <a:masterClrMapping/>
  </p:clrMapOvr>
</p:sld>
</file>

<file path=ppt/tags/tag1.xml><?xml version="1.0" encoding="utf-8"?>
<p:tagLst xmlns:p="http://schemas.openxmlformats.org/presentationml/2006/main">
  <p:tag name="KSO_WM_UNIT_PLACING_PICTURE_USER_VIEWPORT" val="{&quot;height&quot;:2482,&quot;width&quot;:11560}"/>
</p:tagLst>
</file>

<file path=ppt/tags/tag2.xml><?xml version="1.0" encoding="utf-8"?>
<p:tagLst xmlns:p="http://schemas.openxmlformats.org/presentationml/2006/main">
  <p:tag name="KSO_WM_DIAGRAM_VIRTUALLY_FRAME" val="{&quot;height&quot;:368.87385826771657,&quot;left&quot;:230.82433070866145,&quot;top&quot;:137.29881889763777,&quot;width&quot;:643.0756692913385}"/>
</p:tagLst>
</file>

<file path=ppt/tags/tag3.xml><?xml version="1.0" encoding="utf-8"?>
<p:tagLst xmlns:p="http://schemas.openxmlformats.org/presentationml/2006/main">
  <p:tag name="KSO_WM_DIAGRAM_VIRTUALLY_FRAME" val="{&quot;height&quot;:368.87385826771657,&quot;left&quot;:230.82433070866145,&quot;top&quot;:137.29881889763777,&quot;width&quot;:643.0756692913385}"/>
</p:tagLst>
</file>

<file path=ppt/tags/tag4.xml><?xml version="1.0" encoding="utf-8"?>
<p:tagLst xmlns:p="http://schemas.openxmlformats.org/presentationml/2006/main">
  <p:tag name="KSO_WM_DIAGRAM_VIRTUALLY_FRAME" val="{&quot;height&quot;:368.87385826771657,&quot;left&quot;:230.82433070866145,&quot;top&quot;:137.29881889763777,&quot;width&quot;:643.0756692913385}"/>
</p:tagLst>
</file>

<file path=ppt/tags/tag5.xml><?xml version="1.0" encoding="utf-8"?>
<p:tagLst xmlns:p="http://schemas.openxmlformats.org/presentationml/2006/main">
  <p:tag name="KSO_WM_DIAGRAM_VIRTUALLY_FRAME" val="{&quot;height&quot;:368.87385826771657,&quot;left&quot;:230.82433070866145,&quot;top&quot;:137.29881889763777,&quot;width&quot;:643.0756692913385}"/>
</p:tagLst>
</file>

<file path=ppt/tags/tag6.xml><?xml version="1.0" encoding="utf-8"?>
<p:tagLst xmlns:p="http://schemas.openxmlformats.org/presentationml/2006/main">
  <p:tag name="KSO_WM_DIAGRAM_VIRTUALLY_FRAME" val="{&quot;height&quot;:368.87385826771657,&quot;left&quot;:230.82433070866145,&quot;top&quot;:137.29881889763777,&quot;width&quot;:643.0756692913385}"/>
</p:tagLst>
</file>

<file path=ppt/tags/tag7.xml><?xml version="1.0" encoding="utf-8"?>
<p:tagLst xmlns:p="http://schemas.openxmlformats.org/presentationml/2006/main">
  <p:tag name="KSO_WM_DIAGRAM_VIRTUALLY_FRAME" val="{&quot;height&quot;:368.87385826771657,&quot;left&quot;:230.82433070866145,&quot;top&quot;:137.29881889763777,&quot;width&quot;:643.0756692913385}"/>
</p:tagLst>
</file>

<file path=ppt/tags/tag8.xml><?xml version="1.0" encoding="utf-8"?>
<p:tagLst xmlns:p="http://schemas.openxmlformats.org/presentationml/2006/main">
  <p:tag name="KSO_WM_DIAGRAM_VIRTUALLY_FRAME" val="{&quot;height&quot;:368.87385826771657,&quot;left&quot;:230.82433070866145,&quot;top&quot;:137.29881889763777,&quot;width&quot;:643.0756692913385}"/>
</p:tagLst>
</file>

<file path=ppt/tags/tag9.xml><?xml version="1.0" encoding="utf-8"?>
<p:tagLst xmlns:p="http://schemas.openxmlformats.org/presentationml/2006/main">
  <p:tag name="KSO_WM_DIAGRAM_VIRTUALLY_FRAME" val="{&quot;height&quot;:368.87385826771657,&quot;left&quot;:230.82433070866145,&quot;top&quot;:137.29881889763777,&quot;width&quot;:643.0756692913385}"/>
</p:tagLst>
</file>

<file path=ppt/tags/tag10.xml><?xml version="1.0" encoding="utf-8"?>
<p:tagLst xmlns:p="http://schemas.openxmlformats.org/presentationml/2006/main">
  <p:tag name="KSO_WM_DIAGRAM_VIRTUALLY_FRAME" val="{&quot;height&quot;:368.87385826771657,&quot;left&quot;:230.82433070866145,&quot;top&quot;:137.29881889763777,&quot;width&quot;:643.0756692913385}"/>
</p:tagLst>
</file>

<file path=ppt/tags/tag11.xml><?xml version="1.0" encoding="utf-8"?>
<p:tagLst xmlns:p="http://schemas.openxmlformats.org/presentationml/2006/main">
  <p:tag name="KSO_WM_DIAGRAM_VIRTUALLY_FRAME" val="{&quot;height&quot;:368.87385826771657,&quot;left&quot;:230.82433070866145,&quot;top&quot;:137.29881889763777,&quot;width&quot;:643.0756692913385}"/>
</p:tagLst>
</file>

<file path=ppt/tags/tag12.xml><?xml version="1.0" encoding="utf-8"?>
<p:tagLst xmlns:p="http://schemas.openxmlformats.org/presentationml/2006/main">
  <p:tag name="KSO_WM_DIAGRAM_VIRTUALLY_FRAME" val="{&quot;height&quot;:368.87385826771657,&quot;left&quot;:230.82433070866145,&quot;top&quot;:137.29881889763777,&quot;width&quot;:643.0756692913385}"/>
</p:tagLst>
</file>

<file path=ppt/tags/tag13.xml><?xml version="1.0" encoding="utf-8"?>
<p:tagLst xmlns:p="http://schemas.openxmlformats.org/presentationml/2006/main">
  <p:tag name="KSO_WM_DIAGRAM_VIRTUALLY_FRAME" val="{&quot;height&quot;:368.87385826771657,&quot;left&quot;:230.82433070866145,&quot;top&quot;:137.29881889763777,&quot;width&quot;:643.0756692913385}"/>
</p:tagLst>
</file>

<file path=ppt/tags/tag14.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15.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16.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17.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18.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19.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20.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21.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22.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23.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24.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25.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26.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27.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28.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29.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30.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ags/tag31.xml><?xml version="1.0" encoding="utf-8"?>
<p:tagLst xmlns:p="http://schemas.openxmlformats.org/presentationml/2006/main">
  <p:tag name="KSO_WM_DIAGRAM_VIRTUALLY_FRAME" val="{&quot;height&quot;:342.05291338582674,&quot;left&quot;:66.08527559055118,&quot;top&quot;:122.03362204724411,&quot;width&quot;:827.7094488188977}"/>
</p:tagLst>
</file>

<file path=ppt/theme/theme1.xml><?xml version="1.0" encoding="utf-8"?>
<a:theme xmlns:a="http://schemas.openxmlformats.org/drawingml/2006/main" name="Office 主题​​">
  <a:themeElements>
    <a:clrScheme name="工作汇报">
      <a:dk1>
        <a:srgbClr val="000000"/>
      </a:dk1>
      <a:lt1>
        <a:sysClr val="window" lastClr="FFFFFF"/>
      </a:lt1>
      <a:dk2>
        <a:srgbClr val="2F2F2F"/>
      </a:dk2>
      <a:lt2>
        <a:srgbClr val="FFFFFF"/>
      </a:lt2>
      <a:accent1>
        <a:srgbClr val="FF8533"/>
      </a:accent1>
      <a:accent2>
        <a:srgbClr val="FEB228"/>
      </a:accent2>
      <a:accent3>
        <a:srgbClr val="FFCC00"/>
      </a:accent3>
      <a:accent4>
        <a:srgbClr val="FF6565"/>
      </a:accent4>
      <a:accent5>
        <a:srgbClr val="DF6703"/>
      </a:accent5>
      <a:accent6>
        <a:srgbClr val="E54B0D"/>
      </a:accent6>
      <a:hlink>
        <a:srgbClr val="00D5D5"/>
      </a:hlink>
      <a:folHlink>
        <a:srgbClr val="DD00DD"/>
      </a:folHlink>
    </a:clrScheme>
    <a:fontScheme name="工作汇报">
      <a:majorFont>
        <a:latin typeface="OPlusSans 3.0 Medium"/>
        <a:ea typeface="OPlusSans 3.0 Medium"/>
        <a:cs typeface=""/>
      </a:majorFont>
      <a:minorFont>
        <a:latin typeface="OPlusSans 3.0 Medium"/>
        <a:ea typeface="OPlusSans 3.0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工作汇报">
      <a:dk1>
        <a:srgbClr val="000000"/>
      </a:dk1>
      <a:lt1>
        <a:sysClr val="window" lastClr="FFFFFF"/>
      </a:lt1>
      <a:dk2>
        <a:srgbClr val="2F2F2F"/>
      </a:dk2>
      <a:lt2>
        <a:srgbClr val="FFFFFF"/>
      </a:lt2>
      <a:accent1>
        <a:srgbClr val="FF8533"/>
      </a:accent1>
      <a:accent2>
        <a:srgbClr val="FEB228"/>
      </a:accent2>
      <a:accent3>
        <a:srgbClr val="FFCC00"/>
      </a:accent3>
      <a:accent4>
        <a:srgbClr val="FF6565"/>
      </a:accent4>
      <a:accent5>
        <a:srgbClr val="DF6703"/>
      </a:accent5>
      <a:accent6>
        <a:srgbClr val="E54B0D"/>
      </a:accent6>
      <a:hlink>
        <a:srgbClr val="00D5D5"/>
      </a:hlink>
      <a:folHlink>
        <a:srgbClr val="DD00DD"/>
      </a:folHlink>
    </a:clrScheme>
    <a:fontScheme name="工作汇报">
      <a:majorFont>
        <a:latin typeface="OPlusSans 3.0 Medium"/>
        <a:ea typeface="OPlusSans 3.0 Medium"/>
        <a:cs typeface=""/>
      </a:majorFont>
      <a:minorFont>
        <a:latin typeface="OPlusSans 3.0 Medium"/>
        <a:ea typeface="OPlusSans 3.0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3473</Words>
  <Application>WPS 演示</Application>
  <PresentationFormat>宽屏</PresentationFormat>
  <Paragraphs>291</Paragraphs>
  <Slides>16</Slides>
  <Notes>1</Notes>
  <HiddenSlides>0</HiddenSlides>
  <MMClips>0</MMClips>
  <ScaleCrop>false</ScaleCrop>
  <HeadingPairs>
    <vt:vector size="6" baseType="variant">
      <vt:variant>
        <vt:lpstr>已用的字体</vt:lpstr>
      </vt:variant>
      <vt:variant>
        <vt:i4>24</vt:i4>
      </vt:variant>
      <vt:variant>
        <vt:lpstr>主题</vt:lpstr>
      </vt:variant>
      <vt:variant>
        <vt:i4>2</vt:i4>
      </vt:variant>
      <vt:variant>
        <vt:lpstr>幻灯片标题</vt:lpstr>
      </vt:variant>
      <vt:variant>
        <vt:i4>16</vt:i4>
      </vt:variant>
    </vt:vector>
  </HeadingPairs>
  <TitlesOfParts>
    <vt:vector size="42" baseType="lpstr">
      <vt:lpstr>Arial</vt:lpstr>
      <vt:lpstr>宋体</vt:lpstr>
      <vt:lpstr>Wingdings</vt:lpstr>
      <vt:lpstr>等线</vt:lpstr>
      <vt:lpstr>等线 Light</vt:lpstr>
      <vt:lpstr>阿里巴巴普惠体 B</vt:lpstr>
      <vt:lpstr>阿里巴巴普惠体 2.0 35 Thin</vt:lpstr>
      <vt:lpstr>思源黑体 Normal</vt:lpstr>
      <vt:lpstr>黑体</vt:lpstr>
      <vt:lpstr>微软雅黑</vt:lpstr>
      <vt:lpstr>阿里巴巴普惠体 2.0 45 Light</vt:lpstr>
      <vt:lpstr>OPPOSans H</vt:lpstr>
      <vt:lpstr>Segoe Print</vt:lpstr>
      <vt:lpstr>汉仪雅酷黑 45W</vt:lpstr>
      <vt:lpstr>OPlusSans 3.0 Medium</vt:lpstr>
      <vt:lpstr>Arial Unicode MS</vt:lpstr>
      <vt:lpstr>OPPOSans H</vt:lpstr>
      <vt:lpstr>思源黑体 Normal</vt:lpstr>
      <vt:lpstr>汉仪雅酷黑 45W</vt:lpstr>
      <vt:lpstr>阿里巴巴普惠体 2.0 35 Thin</vt:lpstr>
      <vt:lpstr>阿里巴巴普惠体 2.0 45 Light</vt:lpstr>
      <vt:lpstr>阿里巴巴普惠体 B</vt:lpstr>
      <vt:lpstr>Impact</vt:lpstr>
      <vt:lpstr>quote-cjk-patch</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Manager>51PPT模板网</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橙色简约商务风行业介绍ppt模板</dc:title>
  <dc:creator>纯白、</dc:creator>
  <cp:keywords>P界达人</cp:keywords>
  <dc:description>www.51pptmoban.com</dc:description>
  <cp:lastModifiedBy></cp:lastModifiedBy>
  <cp:revision>28</cp:revision>
  <dcterms:created xsi:type="dcterms:W3CDTF">2022-11-30T10:18:00Z</dcterms:created>
  <dcterms:modified xsi:type="dcterms:W3CDTF">2026-03-23T11:17:24Z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3441F04095254B72B70FF2C6B81018DF_13</vt:lpwstr>
  </property>
  <property fmtid="{D5CDD505-2E9C-101B-9397-08002B2CF9AE}" pid="3" name="KSOProductBuildVer">
    <vt:lpwstr>2052-12.1.0.25225</vt:lpwstr>
  </property>
</Properties>
</file>